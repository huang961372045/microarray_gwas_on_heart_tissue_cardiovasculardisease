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notesMasterIdLst>
    <p:notesMasterId r:id="rId18"/>
  </p:notesMasterIdLst>
  <p:handoutMasterIdLst>
    <p:handoutMasterId r:id="rId19"/>
  </p:handoutMasterIdLst>
  <p:sldIdLst>
    <p:sldId id="324" r:id="rId6"/>
    <p:sldId id="714" r:id="rId7"/>
    <p:sldId id="767" r:id="rId8"/>
    <p:sldId id="768" r:id="rId9"/>
    <p:sldId id="713" r:id="rId10"/>
    <p:sldId id="769" r:id="rId11"/>
    <p:sldId id="770" r:id="rId12"/>
    <p:sldId id="771" r:id="rId13"/>
    <p:sldId id="772" r:id="rId14"/>
    <p:sldId id="773" r:id="rId15"/>
    <p:sldId id="774" r:id="rId16"/>
    <p:sldId id="775" r:id="rId17"/>
  </p:sldIdLst>
  <p:sldSz cx="12192000" cy="6858000"/>
  <p:notesSz cx="7099300" cy="10234613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14CA366D-67FD-4FA6-9682-B979D5362D89}">
          <p14:sldIdLst>
            <p14:sldId id="324"/>
          </p14:sldIdLst>
        </p14:section>
        <p14:section name="dataset overview" id="{C5E6BE8E-7498-4577-AEF5-A4D9A15B5875}">
          <p14:sldIdLst>
            <p14:sldId id="714"/>
            <p14:sldId id="767"/>
            <p14:sldId id="768"/>
          </p14:sldIdLst>
        </p14:section>
        <p14:section name="wrok flow" id="{6C1725BF-3327-4355-BE37-8F4E0F9A20E1}">
          <p14:sldIdLst>
            <p14:sldId id="713"/>
            <p14:sldId id="769"/>
          </p14:sldIdLst>
        </p14:section>
        <p14:section name="result" id="{E4B07F5D-1EC6-4B16-B441-4925443D84DD}">
          <p14:sldIdLst>
            <p14:sldId id="770"/>
            <p14:sldId id="771"/>
            <p14:sldId id="772"/>
            <p14:sldId id="773"/>
            <p14:sldId id="774"/>
            <p14:sldId id="775"/>
          </p14:sldIdLst>
        </p14:section>
        <p14:section name="conclusion" id="{811874C1-ACBB-484B-88FF-15FDF4829E7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ming.huang@med.uni-muenchen.de" initials="z" lastIdx="1" clrIdx="0">
    <p:extLst>
      <p:ext uri="{19B8F6BF-5375-455C-9EA6-DF929625EA0E}">
        <p15:presenceInfo xmlns:p15="http://schemas.microsoft.com/office/powerpoint/2012/main" userId="ziming.huang@med.uni-muenchen.d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E0B4"/>
    <a:srgbClr val="174994"/>
    <a:srgbClr val="DAE3F3"/>
    <a:srgbClr val="5B9BD5"/>
    <a:srgbClr val="000000"/>
    <a:srgbClr val="FF0000"/>
    <a:srgbClr val="FFCBCB"/>
    <a:srgbClr val="FF4040"/>
    <a:srgbClr val="008441"/>
    <a:srgbClr val="174A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1F2843-94AC-43D8-9EDC-4562921F0A01}" v="15" dt="2024-10-14T14:22:32.4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15" autoAdjust="0"/>
    <p:restoredTop sz="93168" autoAdjust="0"/>
  </p:normalViewPr>
  <p:slideViewPr>
    <p:cSldViewPr snapToGrid="0">
      <p:cViewPr>
        <p:scale>
          <a:sx n="66" d="100"/>
          <a:sy n="66" d="100"/>
        </p:scale>
        <p:origin x="1089" y="396"/>
      </p:cViewPr>
      <p:guideLst/>
    </p:cSldViewPr>
  </p:slideViewPr>
  <p:outlineViewPr>
    <p:cViewPr>
      <p:scale>
        <a:sx n="33" d="100"/>
        <a:sy n="33" d="100"/>
      </p:scale>
      <p:origin x="0" y="-1530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574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ming Huang" userId="f7e8f0f69499c32d" providerId="LiveId" clId="{591F2843-94AC-43D8-9EDC-4562921F0A01}"/>
    <pc:docChg chg="undo custSel modSld">
      <pc:chgData name="Ziming Huang" userId="f7e8f0f69499c32d" providerId="LiveId" clId="{591F2843-94AC-43D8-9EDC-4562921F0A01}" dt="2024-10-14T14:22:32.471" v="14" actId="5736"/>
      <pc:docMkLst>
        <pc:docMk/>
      </pc:docMkLst>
      <pc:sldChg chg="addSp delSp modSp mod">
        <pc:chgData name="Ziming Huang" userId="f7e8f0f69499c32d" providerId="LiveId" clId="{591F2843-94AC-43D8-9EDC-4562921F0A01}" dt="2024-10-12T17:20:00.951" v="6" actId="478"/>
        <pc:sldMkLst>
          <pc:docMk/>
          <pc:sldMk cId="1683180376" sldId="718"/>
        </pc:sldMkLst>
        <pc:graphicFrameChg chg="add mod">
          <ac:chgData name="Ziming Huang" userId="f7e8f0f69499c32d" providerId="LiveId" clId="{591F2843-94AC-43D8-9EDC-4562921F0A01}" dt="2024-10-12T17:19:16.021" v="3"/>
          <ac:graphicFrameMkLst>
            <pc:docMk/>
            <pc:sldMk cId="1683180376" sldId="718"/>
            <ac:graphicFrameMk id="3" creationId="{4CC8C3CB-A0FA-6CB8-2B7A-E1DEE4446AA1}"/>
          </ac:graphicFrameMkLst>
        </pc:graphicFrameChg>
        <pc:graphicFrameChg chg="mod">
          <ac:chgData name="Ziming Huang" userId="f7e8f0f69499c32d" providerId="LiveId" clId="{591F2843-94AC-43D8-9EDC-4562921F0A01}" dt="2024-10-12T17:19:13.804" v="2" actId="1076"/>
          <ac:graphicFrameMkLst>
            <pc:docMk/>
            <pc:sldMk cId="1683180376" sldId="718"/>
            <ac:graphicFrameMk id="5" creationId="{00000000-0000-0000-0000-000000000000}"/>
          </ac:graphicFrameMkLst>
        </pc:graphicFrameChg>
        <pc:picChg chg="add del mod">
          <ac:chgData name="Ziming Huang" userId="f7e8f0f69499c32d" providerId="LiveId" clId="{591F2843-94AC-43D8-9EDC-4562921F0A01}" dt="2024-10-12T17:20:00.951" v="6" actId="478"/>
          <ac:picMkLst>
            <pc:docMk/>
            <pc:sldMk cId="1683180376" sldId="718"/>
            <ac:picMk id="4" creationId="{E0314BCC-0502-DA14-095D-9EEA646FA15A}"/>
          </ac:picMkLst>
        </pc:picChg>
      </pc:sldChg>
      <pc:sldChg chg="addSp modSp mod">
        <pc:chgData name="Ziming Huang" userId="f7e8f0f69499c32d" providerId="LiveId" clId="{591F2843-94AC-43D8-9EDC-4562921F0A01}" dt="2024-10-14T14:22:32.471" v="14" actId="5736"/>
        <pc:sldMkLst>
          <pc:docMk/>
          <pc:sldMk cId="3088102475" sldId="738"/>
        </pc:sldMkLst>
        <pc:graphicFrameChg chg="add modGraphic">
          <ac:chgData name="Ziming Huang" userId="f7e8f0f69499c32d" providerId="LiveId" clId="{591F2843-94AC-43D8-9EDC-4562921F0A01}" dt="2024-10-14T14:21:48.801" v="9" actId="14734"/>
          <ac:graphicFrameMkLst>
            <pc:docMk/>
            <pc:sldMk cId="3088102475" sldId="738"/>
            <ac:graphicFrameMk id="3" creationId="{83C20DB4-6708-688C-C7C3-E4AC1C695F22}"/>
          </ac:graphicFrameMkLst>
        </pc:graphicFrameChg>
        <pc:graphicFrameChg chg="add mod">
          <ac:chgData name="Ziming Huang" userId="f7e8f0f69499c32d" providerId="LiveId" clId="{591F2843-94AC-43D8-9EDC-4562921F0A01}" dt="2024-10-14T14:22:00.036" v="12" actId="571"/>
          <ac:graphicFrameMkLst>
            <pc:docMk/>
            <pc:sldMk cId="3088102475" sldId="738"/>
            <ac:graphicFrameMk id="4" creationId="{CB44A0FB-F312-1BDC-01F4-88B0E3B3505B}"/>
          </ac:graphicFrameMkLst>
        </pc:graphicFrameChg>
        <pc:graphicFrameChg chg="mod">
          <ac:chgData name="Ziming Huang" userId="f7e8f0f69499c32d" providerId="LiveId" clId="{591F2843-94AC-43D8-9EDC-4562921F0A01}" dt="2024-10-14T14:22:32.471" v="14" actId="5736"/>
          <ac:graphicFrameMkLst>
            <pc:docMk/>
            <pc:sldMk cId="3088102475" sldId="738"/>
            <ac:graphicFrameMk id="5" creationId="{00000000-0000-0000-0000-000000000000}"/>
          </ac:graphicFrameMkLst>
        </pc:graphicFrameChg>
      </pc:sldChg>
    </pc:docChg>
  </pc:docChgLst>
  <pc:docChgLst>
    <pc:chgData name="Ziming Huang" userId="f7e8f0f69499c32d" providerId="LiveId" clId="{053FA865-0C96-4D46-A92A-C1F8AD117AB3}"/>
    <pc:docChg chg="undo custSel addSld modSld sldOrd addSection modSection">
      <pc:chgData name="Ziming Huang" userId="f7e8f0f69499c32d" providerId="LiveId" clId="{053FA865-0C96-4D46-A92A-C1F8AD117AB3}" dt="2024-07-01T09:03:44.802" v="149" actId="20577"/>
      <pc:docMkLst>
        <pc:docMk/>
      </pc:docMkLst>
      <pc:sldChg chg="addSp delSp modSp mod">
        <pc:chgData name="Ziming Huang" userId="f7e8f0f69499c32d" providerId="LiveId" clId="{053FA865-0C96-4D46-A92A-C1F8AD117AB3}" dt="2024-07-01T08:33:16.930" v="56" actId="21"/>
        <pc:sldMkLst>
          <pc:docMk/>
          <pc:sldMk cId="225902913" sldId="670"/>
        </pc:sldMkLst>
        <pc:spChg chg="mod">
          <ac:chgData name="Ziming Huang" userId="f7e8f0f69499c32d" providerId="LiveId" clId="{053FA865-0C96-4D46-A92A-C1F8AD117AB3}" dt="2024-07-01T07:11:25.256" v="47" actId="20577"/>
          <ac:spMkLst>
            <pc:docMk/>
            <pc:sldMk cId="225902913" sldId="670"/>
            <ac:spMk id="3" creationId="{00000000-0000-0000-0000-000000000000}"/>
          </ac:spMkLst>
        </pc:spChg>
        <pc:picChg chg="add del mod">
          <ac:chgData name="Ziming Huang" userId="f7e8f0f69499c32d" providerId="LiveId" clId="{053FA865-0C96-4D46-A92A-C1F8AD117AB3}" dt="2024-07-01T08:33:16.930" v="56" actId="21"/>
          <ac:picMkLst>
            <pc:docMk/>
            <pc:sldMk cId="225902913" sldId="670"/>
            <ac:picMk id="5" creationId="{33D32CEF-29DB-3007-1588-A10F62CF8691}"/>
          </ac:picMkLst>
        </pc:picChg>
        <pc:picChg chg="add del mod">
          <ac:chgData name="Ziming Huang" userId="f7e8f0f69499c32d" providerId="LiveId" clId="{053FA865-0C96-4D46-A92A-C1F8AD117AB3}" dt="2024-07-01T08:33:09.220" v="53" actId="21"/>
          <ac:picMkLst>
            <pc:docMk/>
            <pc:sldMk cId="225902913" sldId="670"/>
            <ac:picMk id="7" creationId="{375A707E-D488-927E-C394-B435BCDB9491}"/>
          </ac:picMkLst>
        </pc:picChg>
      </pc:sldChg>
      <pc:sldChg chg="addSp delSp modSp add mod ord">
        <pc:chgData name="Ziming Huang" userId="f7e8f0f69499c32d" providerId="LiveId" clId="{053FA865-0C96-4D46-A92A-C1F8AD117AB3}" dt="2024-07-01T08:34:31.903" v="76" actId="14100"/>
        <pc:sldMkLst>
          <pc:docMk/>
          <pc:sldMk cId="3906921880" sldId="673"/>
        </pc:sldMkLst>
        <pc:spChg chg="add del mod">
          <ac:chgData name="Ziming Huang" userId="f7e8f0f69499c32d" providerId="LiveId" clId="{053FA865-0C96-4D46-A92A-C1F8AD117AB3}" dt="2024-07-01T08:34:31.903" v="76" actId="14100"/>
          <ac:spMkLst>
            <pc:docMk/>
            <pc:sldMk cId="3906921880" sldId="673"/>
            <ac:spMk id="34" creationId="{E763A8FD-86BB-7278-0B06-43B899971302}"/>
          </ac:spMkLst>
        </pc:spChg>
        <pc:spChg chg="add del">
          <ac:chgData name="Ziming Huang" userId="f7e8f0f69499c32d" providerId="LiveId" clId="{053FA865-0C96-4D46-A92A-C1F8AD117AB3}" dt="2024-07-01T08:33:35.171" v="61" actId="478"/>
          <ac:spMkLst>
            <pc:docMk/>
            <pc:sldMk cId="3906921880" sldId="673"/>
            <ac:spMk id="35" creationId="{00000000-0000-0000-0000-000000000000}"/>
          </ac:spMkLst>
        </pc:spChg>
        <pc:spChg chg="add del">
          <ac:chgData name="Ziming Huang" userId="f7e8f0f69499c32d" providerId="LiveId" clId="{053FA865-0C96-4D46-A92A-C1F8AD117AB3}" dt="2024-07-01T08:33:35.171" v="61" actId="478"/>
          <ac:spMkLst>
            <pc:docMk/>
            <pc:sldMk cId="3906921880" sldId="673"/>
            <ac:spMk id="36" creationId="{00000000-0000-0000-0000-000000000000}"/>
          </ac:spMkLst>
        </pc:spChg>
        <pc:spChg chg="add del">
          <ac:chgData name="Ziming Huang" userId="f7e8f0f69499c32d" providerId="LiveId" clId="{053FA865-0C96-4D46-A92A-C1F8AD117AB3}" dt="2024-07-01T08:33:35.171" v="61" actId="478"/>
          <ac:spMkLst>
            <pc:docMk/>
            <pc:sldMk cId="3906921880" sldId="673"/>
            <ac:spMk id="37" creationId="{00000000-0000-0000-0000-000000000000}"/>
          </ac:spMkLst>
        </pc:spChg>
        <pc:spChg chg="add del">
          <ac:chgData name="Ziming Huang" userId="f7e8f0f69499c32d" providerId="LiveId" clId="{053FA865-0C96-4D46-A92A-C1F8AD117AB3}" dt="2024-07-01T08:33:35.171" v="61" actId="478"/>
          <ac:spMkLst>
            <pc:docMk/>
            <pc:sldMk cId="3906921880" sldId="673"/>
            <ac:spMk id="38" creationId="{00000000-0000-0000-0000-000000000000}"/>
          </ac:spMkLst>
        </pc:spChg>
        <pc:spChg chg="add del">
          <ac:chgData name="Ziming Huang" userId="f7e8f0f69499c32d" providerId="LiveId" clId="{053FA865-0C96-4D46-A92A-C1F8AD117AB3}" dt="2024-07-01T08:33:35.171" v="61" actId="478"/>
          <ac:spMkLst>
            <pc:docMk/>
            <pc:sldMk cId="3906921880" sldId="673"/>
            <ac:spMk id="39" creationId="{00000000-0000-0000-0000-000000000000}"/>
          </ac:spMkLst>
        </pc:spChg>
        <pc:picChg chg="add mod">
          <ac:chgData name="Ziming Huang" userId="f7e8f0f69499c32d" providerId="LiveId" clId="{053FA865-0C96-4D46-A92A-C1F8AD117AB3}" dt="2024-07-01T08:33:10.447" v="54"/>
          <ac:picMkLst>
            <pc:docMk/>
            <pc:sldMk cId="3906921880" sldId="673"/>
            <ac:picMk id="7" creationId="{375A707E-D488-927E-C394-B435BCDB9491}"/>
          </ac:picMkLst>
        </pc:picChg>
        <pc:picChg chg="del">
          <ac:chgData name="Ziming Huang" userId="f7e8f0f69499c32d" providerId="LiveId" clId="{053FA865-0C96-4D46-A92A-C1F8AD117AB3}" dt="2024-07-01T08:33:07.284" v="52" actId="478"/>
          <ac:picMkLst>
            <pc:docMk/>
            <pc:sldMk cId="3906921880" sldId="673"/>
            <ac:picMk id="12" creationId="{00000000-0000-0000-0000-000000000000}"/>
          </ac:picMkLst>
        </pc:picChg>
        <pc:cxnChg chg="add del">
          <ac:chgData name="Ziming Huang" userId="f7e8f0f69499c32d" providerId="LiveId" clId="{053FA865-0C96-4D46-A92A-C1F8AD117AB3}" dt="2024-07-01T08:33:35.171" v="61" actId="478"/>
          <ac:cxnSpMkLst>
            <pc:docMk/>
            <pc:sldMk cId="3906921880" sldId="673"/>
            <ac:cxnSpMk id="40" creationId="{00000000-0000-0000-0000-000000000000}"/>
          </ac:cxnSpMkLst>
        </pc:cxnChg>
        <pc:cxnChg chg="add del">
          <ac:chgData name="Ziming Huang" userId="f7e8f0f69499c32d" providerId="LiveId" clId="{053FA865-0C96-4D46-A92A-C1F8AD117AB3}" dt="2024-07-01T08:33:35.171" v="61" actId="478"/>
          <ac:cxnSpMkLst>
            <pc:docMk/>
            <pc:sldMk cId="3906921880" sldId="673"/>
            <ac:cxnSpMk id="41" creationId="{00000000-0000-0000-0000-000000000000}"/>
          </ac:cxnSpMkLst>
        </pc:cxnChg>
        <pc:cxnChg chg="add del">
          <ac:chgData name="Ziming Huang" userId="f7e8f0f69499c32d" providerId="LiveId" clId="{053FA865-0C96-4D46-A92A-C1F8AD117AB3}" dt="2024-07-01T08:33:35.171" v="61" actId="478"/>
          <ac:cxnSpMkLst>
            <pc:docMk/>
            <pc:sldMk cId="3906921880" sldId="673"/>
            <ac:cxnSpMk id="42" creationId="{00000000-0000-0000-0000-000000000000}"/>
          </ac:cxnSpMkLst>
        </pc:cxnChg>
      </pc:sldChg>
      <pc:sldChg chg="addSp delSp modSp add mod">
        <pc:chgData name="Ziming Huang" userId="f7e8f0f69499c32d" providerId="LiveId" clId="{053FA865-0C96-4D46-A92A-C1F8AD117AB3}" dt="2024-07-01T08:34:24.176" v="74" actId="20577"/>
        <pc:sldMkLst>
          <pc:docMk/>
          <pc:sldMk cId="2840694085" sldId="674"/>
        </pc:sldMkLst>
        <pc:spChg chg="mod">
          <ac:chgData name="Ziming Huang" userId="f7e8f0f69499c32d" providerId="LiveId" clId="{053FA865-0C96-4D46-A92A-C1F8AD117AB3}" dt="2024-07-01T08:34:24.176" v="74" actId="20577"/>
          <ac:spMkLst>
            <pc:docMk/>
            <pc:sldMk cId="2840694085" sldId="674"/>
            <ac:spMk id="34" creationId="{E763A8FD-86BB-7278-0B06-43B899971302}"/>
          </ac:spMkLst>
        </pc:spChg>
        <pc:spChg chg="del">
          <ac:chgData name="Ziming Huang" userId="f7e8f0f69499c32d" providerId="LiveId" clId="{053FA865-0C96-4D46-A92A-C1F8AD117AB3}" dt="2024-07-01T08:33:40.976" v="62" actId="478"/>
          <ac:spMkLst>
            <pc:docMk/>
            <pc:sldMk cId="2840694085" sldId="674"/>
            <ac:spMk id="35" creationId="{00000000-0000-0000-0000-000000000000}"/>
          </ac:spMkLst>
        </pc:spChg>
        <pc:spChg chg="del">
          <ac:chgData name="Ziming Huang" userId="f7e8f0f69499c32d" providerId="LiveId" clId="{053FA865-0C96-4D46-A92A-C1F8AD117AB3}" dt="2024-07-01T08:33:40.976" v="62" actId="478"/>
          <ac:spMkLst>
            <pc:docMk/>
            <pc:sldMk cId="2840694085" sldId="674"/>
            <ac:spMk id="36" creationId="{00000000-0000-0000-0000-000000000000}"/>
          </ac:spMkLst>
        </pc:spChg>
        <pc:spChg chg="del">
          <ac:chgData name="Ziming Huang" userId="f7e8f0f69499c32d" providerId="LiveId" clId="{053FA865-0C96-4D46-A92A-C1F8AD117AB3}" dt="2024-07-01T08:33:40.976" v="62" actId="478"/>
          <ac:spMkLst>
            <pc:docMk/>
            <pc:sldMk cId="2840694085" sldId="674"/>
            <ac:spMk id="37" creationId="{00000000-0000-0000-0000-000000000000}"/>
          </ac:spMkLst>
        </pc:spChg>
        <pc:spChg chg="del">
          <ac:chgData name="Ziming Huang" userId="f7e8f0f69499c32d" providerId="LiveId" clId="{053FA865-0C96-4D46-A92A-C1F8AD117AB3}" dt="2024-07-01T08:33:40.976" v="62" actId="478"/>
          <ac:spMkLst>
            <pc:docMk/>
            <pc:sldMk cId="2840694085" sldId="674"/>
            <ac:spMk id="38" creationId="{00000000-0000-0000-0000-000000000000}"/>
          </ac:spMkLst>
        </pc:spChg>
        <pc:spChg chg="del">
          <ac:chgData name="Ziming Huang" userId="f7e8f0f69499c32d" providerId="LiveId" clId="{053FA865-0C96-4D46-A92A-C1F8AD117AB3}" dt="2024-07-01T08:33:40.976" v="62" actId="478"/>
          <ac:spMkLst>
            <pc:docMk/>
            <pc:sldMk cId="2840694085" sldId="674"/>
            <ac:spMk id="39" creationId="{00000000-0000-0000-0000-000000000000}"/>
          </ac:spMkLst>
        </pc:spChg>
        <pc:picChg chg="add mod">
          <ac:chgData name="Ziming Huang" userId="f7e8f0f69499c32d" providerId="LiveId" clId="{053FA865-0C96-4D46-A92A-C1F8AD117AB3}" dt="2024-07-01T08:33:20.043" v="58"/>
          <ac:picMkLst>
            <pc:docMk/>
            <pc:sldMk cId="2840694085" sldId="674"/>
            <ac:picMk id="5" creationId="{33D32CEF-29DB-3007-1588-A10F62CF8691}"/>
          </ac:picMkLst>
        </pc:picChg>
        <pc:picChg chg="del">
          <ac:chgData name="Ziming Huang" userId="f7e8f0f69499c32d" providerId="LiveId" clId="{053FA865-0C96-4D46-A92A-C1F8AD117AB3}" dt="2024-07-01T08:33:19.473" v="57" actId="478"/>
          <ac:picMkLst>
            <pc:docMk/>
            <pc:sldMk cId="2840694085" sldId="674"/>
            <ac:picMk id="7" creationId="{375A707E-D488-927E-C394-B435BCDB9491}"/>
          </ac:picMkLst>
        </pc:picChg>
        <pc:cxnChg chg="del">
          <ac:chgData name="Ziming Huang" userId="f7e8f0f69499c32d" providerId="LiveId" clId="{053FA865-0C96-4D46-A92A-C1F8AD117AB3}" dt="2024-07-01T08:33:40.976" v="62" actId="478"/>
          <ac:cxnSpMkLst>
            <pc:docMk/>
            <pc:sldMk cId="2840694085" sldId="674"/>
            <ac:cxnSpMk id="40" creationId="{00000000-0000-0000-0000-000000000000}"/>
          </ac:cxnSpMkLst>
        </pc:cxnChg>
        <pc:cxnChg chg="del">
          <ac:chgData name="Ziming Huang" userId="f7e8f0f69499c32d" providerId="LiveId" clId="{053FA865-0C96-4D46-A92A-C1F8AD117AB3}" dt="2024-07-01T08:33:40.976" v="62" actId="478"/>
          <ac:cxnSpMkLst>
            <pc:docMk/>
            <pc:sldMk cId="2840694085" sldId="674"/>
            <ac:cxnSpMk id="41" creationId="{00000000-0000-0000-0000-000000000000}"/>
          </ac:cxnSpMkLst>
        </pc:cxnChg>
        <pc:cxnChg chg="del">
          <ac:chgData name="Ziming Huang" userId="f7e8f0f69499c32d" providerId="LiveId" clId="{053FA865-0C96-4D46-A92A-C1F8AD117AB3}" dt="2024-07-01T08:33:40.976" v="62" actId="478"/>
          <ac:cxnSpMkLst>
            <pc:docMk/>
            <pc:sldMk cId="2840694085" sldId="674"/>
            <ac:cxnSpMk id="42" creationId="{00000000-0000-0000-0000-000000000000}"/>
          </ac:cxnSpMkLst>
        </pc:cxnChg>
      </pc:sldChg>
      <pc:sldChg chg="modSp add mod">
        <pc:chgData name="Ziming Huang" userId="f7e8f0f69499c32d" providerId="LiveId" clId="{053FA865-0C96-4D46-A92A-C1F8AD117AB3}" dt="2024-07-01T09:03:44.802" v="149" actId="20577"/>
        <pc:sldMkLst>
          <pc:docMk/>
          <pc:sldMk cId="2277018007" sldId="675"/>
        </pc:sldMkLst>
        <pc:spChg chg="mod">
          <ac:chgData name="Ziming Huang" userId="f7e8f0f69499c32d" providerId="LiveId" clId="{053FA865-0C96-4D46-A92A-C1F8AD117AB3}" dt="2024-07-01T09:03:12.053" v="82" actId="20577"/>
          <ac:spMkLst>
            <pc:docMk/>
            <pc:sldMk cId="2277018007" sldId="675"/>
            <ac:spMk id="2" creationId="{00000000-0000-0000-0000-000000000000}"/>
          </ac:spMkLst>
        </pc:spChg>
        <pc:spChg chg="mod">
          <ac:chgData name="Ziming Huang" userId="f7e8f0f69499c32d" providerId="LiveId" clId="{053FA865-0C96-4D46-A92A-C1F8AD117AB3}" dt="2024-07-01T09:03:44.802" v="149" actId="20577"/>
          <ac:spMkLst>
            <pc:docMk/>
            <pc:sldMk cId="2277018007" sldId="675"/>
            <ac:spMk id="3" creationId="{00000000-0000-0000-0000-000000000000}"/>
          </ac:spMkLst>
        </pc:spChg>
      </pc:sldChg>
    </pc:docChg>
  </pc:docChgLst>
  <pc:docChgLst>
    <pc:chgData name="Ziming Huang" userId="f7e8f0f69499c32d" providerId="LiveId" clId="{25B4BF35-07C2-428D-82DC-AF41DFF23D8F}"/>
    <pc:docChg chg="undo custSel addSld delSld modSld">
      <pc:chgData name="Ziming Huang" userId="f7e8f0f69499c32d" providerId="LiveId" clId="{25B4BF35-07C2-428D-82DC-AF41DFF23D8F}" dt="2024-05-27T09:49:51.992" v="868" actId="14100"/>
      <pc:docMkLst>
        <pc:docMk/>
      </pc:docMkLst>
      <pc:sldChg chg="delSp modSp mod">
        <pc:chgData name="Ziming Huang" userId="f7e8f0f69499c32d" providerId="LiveId" clId="{25B4BF35-07C2-428D-82DC-AF41DFF23D8F}" dt="2024-05-27T08:29:48.860" v="45" actId="21"/>
        <pc:sldMkLst>
          <pc:docMk/>
          <pc:sldMk cId="0" sldId="324"/>
        </pc:sldMkLst>
        <pc:spChg chg="mod">
          <ac:chgData name="Ziming Huang" userId="f7e8f0f69499c32d" providerId="LiveId" clId="{25B4BF35-07C2-428D-82DC-AF41DFF23D8F}" dt="2024-05-27T08:28:54.097" v="10" actId="20577"/>
          <ac:spMkLst>
            <pc:docMk/>
            <pc:sldMk cId="0" sldId="324"/>
            <ac:spMk id="10" creationId="{00000000-0000-0000-0000-000000000000}"/>
          </ac:spMkLst>
        </pc:spChg>
        <pc:spChg chg="mod">
          <ac:chgData name="Ziming Huang" userId="f7e8f0f69499c32d" providerId="LiveId" clId="{25B4BF35-07C2-428D-82DC-AF41DFF23D8F}" dt="2024-05-27T08:29:33.674" v="37" actId="20577"/>
          <ac:spMkLst>
            <pc:docMk/>
            <pc:sldMk cId="0" sldId="324"/>
            <ac:spMk id="11" creationId="{00000000-0000-0000-0000-000000000000}"/>
          </ac:spMkLst>
        </pc:spChg>
        <pc:spChg chg="mod">
          <ac:chgData name="Ziming Huang" userId="f7e8f0f69499c32d" providerId="LiveId" clId="{25B4BF35-07C2-428D-82DC-AF41DFF23D8F}" dt="2024-05-27T08:29:40.605" v="43" actId="5793"/>
          <ac:spMkLst>
            <pc:docMk/>
            <pc:sldMk cId="0" sldId="324"/>
            <ac:spMk id="13" creationId="{00000000-0000-0000-0000-000000000000}"/>
          </ac:spMkLst>
        </pc:spChg>
        <pc:picChg chg="del mod">
          <ac:chgData name="Ziming Huang" userId="f7e8f0f69499c32d" providerId="LiveId" clId="{25B4BF35-07C2-428D-82DC-AF41DFF23D8F}" dt="2024-05-27T08:29:48.860" v="45" actId="21"/>
          <ac:picMkLst>
            <pc:docMk/>
            <pc:sldMk cId="0" sldId="324"/>
            <ac:picMk id="12" creationId="{00000000-0000-0000-0000-000000000000}"/>
          </ac:picMkLst>
        </pc:picChg>
      </pc:sldChg>
      <pc:sldChg chg="addSp delSp modSp new mod">
        <pc:chgData name="Ziming Huang" userId="f7e8f0f69499c32d" providerId="LiveId" clId="{25B4BF35-07C2-428D-82DC-AF41DFF23D8F}" dt="2024-05-27T08:30:02.887" v="66" actId="20577"/>
        <pc:sldMkLst>
          <pc:docMk/>
          <pc:sldMk cId="2924063968" sldId="654"/>
        </pc:sldMkLst>
        <pc:spChg chg="mod">
          <ac:chgData name="Ziming Huang" userId="f7e8f0f69499c32d" providerId="LiveId" clId="{25B4BF35-07C2-428D-82DC-AF41DFF23D8F}" dt="2024-05-27T08:30:02.887" v="66" actId="20577"/>
          <ac:spMkLst>
            <pc:docMk/>
            <pc:sldMk cId="2924063968" sldId="654"/>
            <ac:spMk id="2" creationId="{B67B085C-4F17-2E64-A9A5-2DE7C41295F1}"/>
          </ac:spMkLst>
        </pc:spChg>
        <pc:spChg chg="del">
          <ac:chgData name="Ziming Huang" userId="f7e8f0f69499c32d" providerId="LiveId" clId="{25B4BF35-07C2-428D-82DC-AF41DFF23D8F}" dt="2024-05-27T08:29:51.672" v="47"/>
          <ac:spMkLst>
            <pc:docMk/>
            <pc:sldMk cId="2924063968" sldId="654"/>
            <ac:spMk id="3" creationId="{647DF86D-8A8D-5A10-8E73-6EA000CB2171}"/>
          </ac:spMkLst>
        </pc:spChg>
        <pc:picChg chg="add mod">
          <ac:chgData name="Ziming Huang" userId="f7e8f0f69499c32d" providerId="LiveId" clId="{25B4BF35-07C2-428D-82DC-AF41DFF23D8F}" dt="2024-05-27T08:29:51.672" v="47"/>
          <ac:picMkLst>
            <pc:docMk/>
            <pc:sldMk cId="2924063968" sldId="654"/>
            <ac:picMk id="12" creationId="{00000000-0000-0000-0000-000000000000}"/>
          </ac:picMkLst>
        </pc:picChg>
      </pc:sldChg>
      <pc:sldChg chg="delSp modSp add mod">
        <pc:chgData name="Ziming Huang" userId="f7e8f0f69499c32d" providerId="LiveId" clId="{25B4BF35-07C2-428D-82DC-AF41DFF23D8F}" dt="2024-05-27T08:31:03.493" v="140" actId="478"/>
        <pc:sldMkLst>
          <pc:docMk/>
          <pc:sldMk cId="465443458" sldId="655"/>
        </pc:sldMkLst>
        <pc:spChg chg="mod">
          <ac:chgData name="Ziming Huang" userId="f7e8f0f69499c32d" providerId="LiveId" clId="{25B4BF35-07C2-428D-82DC-AF41DFF23D8F}" dt="2024-05-27T08:30:39.712" v="75" actId="20577"/>
          <ac:spMkLst>
            <pc:docMk/>
            <pc:sldMk cId="465443458" sldId="655"/>
            <ac:spMk id="2" creationId="{00000000-0000-0000-0000-000000000000}"/>
          </ac:spMkLst>
        </pc:spChg>
        <pc:spChg chg="mod">
          <ac:chgData name="Ziming Huang" userId="f7e8f0f69499c32d" providerId="LiveId" clId="{25B4BF35-07C2-428D-82DC-AF41DFF23D8F}" dt="2024-05-27T08:31:00.946" v="139" actId="20577"/>
          <ac:spMkLst>
            <pc:docMk/>
            <pc:sldMk cId="465443458" sldId="655"/>
            <ac:spMk id="3" creationId="{00000000-0000-0000-0000-000000000000}"/>
          </ac:spMkLst>
        </pc:spChg>
        <pc:picChg chg="del">
          <ac:chgData name="Ziming Huang" userId="f7e8f0f69499c32d" providerId="LiveId" clId="{25B4BF35-07C2-428D-82DC-AF41DFF23D8F}" dt="2024-05-27T08:31:03.493" v="140" actId="478"/>
          <ac:picMkLst>
            <pc:docMk/>
            <pc:sldMk cId="465443458" sldId="655"/>
            <ac:picMk id="4" creationId="{00000000-0000-0000-0000-000000000000}"/>
          </ac:picMkLst>
        </pc:picChg>
      </pc:sldChg>
      <pc:sldChg chg="addSp delSp modSp add mod">
        <pc:chgData name="Ziming Huang" userId="f7e8f0f69499c32d" providerId="LiveId" clId="{25B4BF35-07C2-428D-82DC-AF41DFF23D8F}" dt="2024-05-27T08:36:52.212" v="182" actId="1076"/>
        <pc:sldMkLst>
          <pc:docMk/>
          <pc:sldMk cId="2588624519" sldId="656"/>
        </pc:sldMkLst>
        <pc:spChg chg="add mod">
          <ac:chgData name="Ziming Huang" userId="f7e8f0f69499c32d" providerId="LiveId" clId="{25B4BF35-07C2-428D-82DC-AF41DFF23D8F}" dt="2024-05-27T08:33:28.254" v="169" actId="20577"/>
          <ac:spMkLst>
            <pc:docMk/>
            <pc:sldMk cId="2588624519" sldId="656"/>
            <ac:spMk id="7" creationId="{E763A8FD-86BB-7278-0B06-43B899971302}"/>
          </ac:spMkLst>
        </pc:spChg>
        <pc:spChg chg="add mod">
          <ac:chgData name="Ziming Huang" userId="f7e8f0f69499c32d" providerId="LiveId" clId="{25B4BF35-07C2-428D-82DC-AF41DFF23D8F}" dt="2024-05-27T08:32:55.579" v="151"/>
          <ac:spMkLst>
            <pc:docMk/>
            <pc:sldMk cId="2588624519" sldId="656"/>
            <ac:spMk id="9" creationId="{30B33617-176B-3CD7-A777-CE011B0A9BC5}"/>
          </ac:spMkLst>
        </pc:spChg>
        <pc:spChg chg="mod">
          <ac:chgData name="Ziming Huang" userId="f7e8f0f69499c32d" providerId="LiveId" clId="{25B4BF35-07C2-428D-82DC-AF41DFF23D8F}" dt="2024-05-27T08:31:28.201" v="146"/>
          <ac:spMkLst>
            <pc:docMk/>
            <pc:sldMk cId="2588624519" sldId="656"/>
            <ac:spMk id="11" creationId="{00000000-0000-0000-0000-000000000000}"/>
          </ac:spMkLst>
        </pc:spChg>
        <pc:spChg chg="add">
          <ac:chgData name="Ziming Huang" userId="f7e8f0f69499c32d" providerId="LiveId" clId="{25B4BF35-07C2-428D-82DC-AF41DFF23D8F}" dt="2024-05-27T08:36:29.408" v="177"/>
          <ac:spMkLst>
            <pc:docMk/>
            <pc:sldMk cId="2588624519" sldId="656"/>
            <ac:spMk id="13" creationId="{EA5EB290-D7CF-A61D-2001-A88D528BFC40}"/>
          </ac:spMkLst>
        </pc:spChg>
        <pc:spChg chg="mod">
          <ac:chgData name="Ziming Huang" userId="f7e8f0f69499c32d" providerId="LiveId" clId="{25B4BF35-07C2-428D-82DC-AF41DFF23D8F}" dt="2024-05-27T08:31:32.667" v="148"/>
          <ac:spMkLst>
            <pc:docMk/>
            <pc:sldMk cId="2588624519" sldId="656"/>
            <ac:spMk id="27" creationId="{00000000-0000-0000-0000-000000000000}"/>
          </ac:spMkLst>
        </pc:spChg>
        <pc:grpChg chg="add del mod">
          <ac:chgData name="Ziming Huang" userId="f7e8f0f69499c32d" providerId="LiveId" clId="{25B4BF35-07C2-428D-82DC-AF41DFF23D8F}" dt="2024-05-27T08:36:28.570" v="176" actId="478"/>
          <ac:grpSpMkLst>
            <pc:docMk/>
            <pc:sldMk cId="2588624519" sldId="656"/>
            <ac:grpSpMk id="3" creationId="{558E3D43-2547-C91A-9FF5-FB68FF4CF1D5}"/>
          </ac:grpSpMkLst>
        </pc:grpChg>
        <pc:picChg chg="del">
          <ac:chgData name="Ziming Huang" userId="f7e8f0f69499c32d" providerId="LiveId" clId="{25B4BF35-07C2-428D-82DC-AF41DFF23D8F}" dt="2024-05-27T08:31:34.416" v="149" actId="478"/>
          <ac:picMkLst>
            <pc:docMk/>
            <pc:sldMk cId="2588624519" sldId="656"/>
            <ac:picMk id="2" creationId="{00000000-0000-0000-0000-000000000000}"/>
          </ac:picMkLst>
        </pc:picChg>
        <pc:picChg chg="mod">
          <ac:chgData name="Ziming Huang" userId="f7e8f0f69499c32d" providerId="LiveId" clId="{25B4BF35-07C2-428D-82DC-AF41DFF23D8F}" dt="2024-05-27T08:32:55.579" v="151"/>
          <ac:picMkLst>
            <pc:docMk/>
            <pc:sldMk cId="2588624519" sldId="656"/>
            <ac:picMk id="4" creationId="{AAC99CB0-2F40-02E5-F933-F5A6405565E4}"/>
          </ac:picMkLst>
        </pc:picChg>
        <pc:picChg chg="mod">
          <ac:chgData name="Ziming Huang" userId="f7e8f0f69499c32d" providerId="LiveId" clId="{25B4BF35-07C2-428D-82DC-AF41DFF23D8F}" dt="2024-05-27T08:32:55.579" v="151"/>
          <ac:picMkLst>
            <pc:docMk/>
            <pc:sldMk cId="2588624519" sldId="656"/>
            <ac:picMk id="5" creationId="{E327EB0B-494B-76C2-702D-B2529D78D88B}"/>
          </ac:picMkLst>
        </pc:picChg>
        <pc:picChg chg="mod">
          <ac:chgData name="Ziming Huang" userId="f7e8f0f69499c32d" providerId="LiveId" clId="{25B4BF35-07C2-428D-82DC-AF41DFF23D8F}" dt="2024-05-27T08:32:55.579" v="151"/>
          <ac:picMkLst>
            <pc:docMk/>
            <pc:sldMk cId="2588624519" sldId="656"/>
            <ac:picMk id="6" creationId="{64116A02-1928-F646-FFBD-1444D991C965}"/>
          </ac:picMkLst>
        </pc:picChg>
        <pc:picChg chg="add del mod">
          <ac:chgData name="Ziming Huang" userId="f7e8f0f69499c32d" providerId="LiveId" clId="{25B4BF35-07C2-428D-82DC-AF41DFF23D8F}" dt="2024-05-27T08:36:32.059" v="178" actId="478"/>
          <ac:picMkLst>
            <pc:docMk/>
            <pc:sldMk cId="2588624519" sldId="656"/>
            <ac:picMk id="12" creationId="{2C78C3B9-8E12-B786-9EF5-B66313272591}"/>
          </ac:picMkLst>
        </pc:picChg>
        <pc:picChg chg="add mod">
          <ac:chgData name="Ziming Huang" userId="f7e8f0f69499c32d" providerId="LiveId" clId="{25B4BF35-07C2-428D-82DC-AF41DFF23D8F}" dt="2024-05-27T08:36:52.212" v="182" actId="1076"/>
          <ac:picMkLst>
            <pc:docMk/>
            <pc:sldMk cId="2588624519" sldId="656"/>
            <ac:picMk id="15" creationId="{F048087B-4828-4570-70B5-89FA6447050A}"/>
          </ac:picMkLst>
        </pc:picChg>
      </pc:sldChg>
      <pc:sldChg chg="addSp delSp modSp add mod">
        <pc:chgData name="Ziming Huang" userId="f7e8f0f69499c32d" providerId="LiveId" clId="{25B4BF35-07C2-428D-82DC-AF41DFF23D8F}" dt="2024-05-27T08:45:14.523" v="423" actId="20577"/>
        <pc:sldMkLst>
          <pc:docMk/>
          <pc:sldMk cId="3086297" sldId="657"/>
        </pc:sldMkLst>
        <pc:spChg chg="mod">
          <ac:chgData name="Ziming Huang" userId="f7e8f0f69499c32d" providerId="LiveId" clId="{25B4BF35-07C2-428D-82DC-AF41DFF23D8F}" dt="2024-05-27T08:39:19.599" v="227" actId="121"/>
          <ac:spMkLst>
            <pc:docMk/>
            <pc:sldMk cId="3086297" sldId="657"/>
            <ac:spMk id="7" creationId="{E763A8FD-86BB-7278-0B06-43B899971302}"/>
          </ac:spMkLst>
        </pc:spChg>
        <pc:spChg chg="del">
          <ac:chgData name="Ziming Huang" userId="f7e8f0f69499c32d" providerId="LiveId" clId="{25B4BF35-07C2-428D-82DC-AF41DFF23D8F}" dt="2024-05-27T08:33:07.447" v="154" actId="478"/>
          <ac:spMkLst>
            <pc:docMk/>
            <pc:sldMk cId="3086297" sldId="657"/>
            <ac:spMk id="9" creationId="{30B33617-176B-3CD7-A777-CE011B0A9BC5}"/>
          </ac:spMkLst>
        </pc:spChg>
        <pc:spChg chg="add mod">
          <ac:chgData name="Ziming Huang" userId="f7e8f0f69499c32d" providerId="LiveId" clId="{25B4BF35-07C2-428D-82DC-AF41DFF23D8F}" dt="2024-05-27T08:45:14.523" v="423" actId="20577"/>
          <ac:spMkLst>
            <pc:docMk/>
            <pc:sldMk cId="3086297" sldId="657"/>
            <ac:spMk id="18" creationId="{683ED470-2E6E-A13B-D716-5756C1F135B7}"/>
          </ac:spMkLst>
        </pc:spChg>
        <pc:grpChg chg="del">
          <ac:chgData name="Ziming Huang" userId="f7e8f0f69499c32d" providerId="LiveId" clId="{25B4BF35-07C2-428D-82DC-AF41DFF23D8F}" dt="2024-05-27T08:33:07.447" v="154" actId="478"/>
          <ac:grpSpMkLst>
            <pc:docMk/>
            <pc:sldMk cId="3086297" sldId="657"/>
            <ac:grpSpMk id="3" creationId="{558E3D43-2547-C91A-9FF5-FB68FF4CF1D5}"/>
          </ac:grpSpMkLst>
        </pc:grpChg>
        <pc:picChg chg="del">
          <ac:chgData name="Ziming Huang" userId="f7e8f0f69499c32d" providerId="LiveId" clId="{25B4BF35-07C2-428D-82DC-AF41DFF23D8F}" dt="2024-05-27T08:33:07.447" v="154" actId="478"/>
          <ac:picMkLst>
            <pc:docMk/>
            <pc:sldMk cId="3086297" sldId="657"/>
            <ac:picMk id="12" creationId="{2C78C3B9-8E12-B786-9EF5-B66313272591}"/>
          </ac:picMkLst>
        </pc:picChg>
        <pc:picChg chg="add del mod">
          <ac:chgData name="Ziming Huang" userId="f7e8f0f69499c32d" providerId="LiveId" clId="{25B4BF35-07C2-428D-82DC-AF41DFF23D8F}" dt="2024-05-27T08:35:10.265" v="175" actId="478"/>
          <ac:picMkLst>
            <pc:docMk/>
            <pc:sldMk cId="3086297" sldId="657"/>
            <ac:picMk id="13" creationId="{9687DC67-DEFA-1B63-AA3B-F328BA57D936}"/>
          </ac:picMkLst>
        </pc:picChg>
        <pc:picChg chg="add mod ord modCrop">
          <ac:chgData name="Ziming Huang" userId="f7e8f0f69499c32d" providerId="LiveId" clId="{25B4BF35-07C2-428D-82DC-AF41DFF23D8F}" dt="2024-05-27T08:39:13.631" v="226" actId="553"/>
          <ac:picMkLst>
            <pc:docMk/>
            <pc:sldMk cId="3086297" sldId="657"/>
            <ac:picMk id="15" creationId="{640D8C0D-92FE-13BA-48BE-39CF4FD75D61}"/>
          </ac:picMkLst>
        </pc:picChg>
        <pc:picChg chg="add mod">
          <ac:chgData name="Ziming Huang" userId="f7e8f0f69499c32d" providerId="LiveId" clId="{25B4BF35-07C2-428D-82DC-AF41DFF23D8F}" dt="2024-05-27T08:41:06.551" v="253" actId="1076"/>
          <ac:picMkLst>
            <pc:docMk/>
            <pc:sldMk cId="3086297" sldId="657"/>
            <ac:picMk id="17" creationId="{C9A17C02-0523-83DC-DEE3-5D252B758811}"/>
          </ac:picMkLst>
        </pc:picChg>
      </pc:sldChg>
      <pc:sldChg chg="add del">
        <pc:chgData name="Ziming Huang" userId="f7e8f0f69499c32d" providerId="LiveId" clId="{25B4BF35-07C2-428D-82DC-AF41DFF23D8F}" dt="2024-05-27T08:33:00.604" v="152" actId="47"/>
        <pc:sldMkLst>
          <pc:docMk/>
          <pc:sldMk cId="3366778304" sldId="657"/>
        </pc:sldMkLst>
      </pc:sldChg>
      <pc:sldChg chg="addSp delSp modSp add mod">
        <pc:chgData name="Ziming Huang" userId="f7e8f0f69499c32d" providerId="LiveId" clId="{25B4BF35-07C2-428D-82DC-AF41DFF23D8F}" dt="2024-05-27T08:51:58.613" v="548" actId="555"/>
        <pc:sldMkLst>
          <pc:docMk/>
          <pc:sldMk cId="4181394662" sldId="658"/>
        </pc:sldMkLst>
        <pc:spChg chg="mod">
          <ac:chgData name="Ziming Huang" userId="f7e8f0f69499c32d" providerId="LiveId" clId="{25B4BF35-07C2-428D-82DC-AF41DFF23D8F}" dt="2024-05-27T08:45:41.778" v="450" actId="113"/>
          <ac:spMkLst>
            <pc:docMk/>
            <pc:sldMk cId="4181394662" sldId="658"/>
            <ac:spMk id="7" creationId="{E763A8FD-86BB-7278-0B06-43B899971302}"/>
          </ac:spMkLst>
        </pc:spChg>
        <pc:picChg chg="add del mod modCrop">
          <ac:chgData name="Ziming Huang" userId="f7e8f0f69499c32d" providerId="LiveId" clId="{25B4BF35-07C2-428D-82DC-AF41DFF23D8F}" dt="2024-05-27T08:51:41.047" v="540" actId="478"/>
          <ac:picMkLst>
            <pc:docMk/>
            <pc:sldMk cId="4181394662" sldId="658"/>
            <ac:picMk id="3" creationId="{9E7BB894-9CA1-7031-5671-BAF4F5F73887}"/>
          </ac:picMkLst>
        </pc:picChg>
        <pc:picChg chg="add mod modCrop">
          <ac:chgData name="Ziming Huang" userId="f7e8f0f69499c32d" providerId="LiveId" clId="{25B4BF35-07C2-428D-82DC-AF41DFF23D8F}" dt="2024-05-27T08:51:58.613" v="548" actId="555"/>
          <ac:picMkLst>
            <pc:docMk/>
            <pc:sldMk cId="4181394662" sldId="658"/>
            <ac:picMk id="5" creationId="{6C9D0A92-F730-314A-27FC-B6CE5B046D8F}"/>
          </ac:picMkLst>
        </pc:picChg>
        <pc:picChg chg="del">
          <ac:chgData name="Ziming Huang" userId="f7e8f0f69499c32d" providerId="LiveId" clId="{25B4BF35-07C2-428D-82DC-AF41DFF23D8F}" dt="2024-05-27T08:40:00.996" v="233" actId="478"/>
          <ac:picMkLst>
            <pc:docMk/>
            <pc:sldMk cId="4181394662" sldId="658"/>
            <ac:picMk id="13" creationId="{9687DC67-DEFA-1B63-AA3B-F328BA57D936}"/>
          </ac:picMkLst>
        </pc:picChg>
      </pc:sldChg>
      <pc:sldChg chg="addSp delSp modSp add mod">
        <pc:chgData name="Ziming Huang" userId="f7e8f0f69499c32d" providerId="LiveId" clId="{25B4BF35-07C2-428D-82DC-AF41DFF23D8F}" dt="2024-05-27T08:50:55.909" v="539" actId="14100"/>
        <pc:sldMkLst>
          <pc:docMk/>
          <pc:sldMk cId="3493614739" sldId="659"/>
        </pc:sldMkLst>
        <pc:spChg chg="mod">
          <ac:chgData name="Ziming Huang" userId="f7e8f0f69499c32d" providerId="LiveId" clId="{25B4BF35-07C2-428D-82DC-AF41DFF23D8F}" dt="2024-05-27T08:49:11.924" v="519" actId="20577"/>
          <ac:spMkLst>
            <pc:docMk/>
            <pc:sldMk cId="3493614739" sldId="659"/>
            <ac:spMk id="7" creationId="{E763A8FD-86BB-7278-0B06-43B899971302}"/>
          </ac:spMkLst>
        </pc:spChg>
        <pc:picChg chg="add mod modCrop">
          <ac:chgData name="Ziming Huang" userId="f7e8f0f69499c32d" providerId="LiveId" clId="{25B4BF35-07C2-428D-82DC-AF41DFF23D8F}" dt="2024-05-27T08:50:31.462" v="533" actId="14100"/>
          <ac:picMkLst>
            <pc:docMk/>
            <pc:sldMk cId="3493614739" sldId="659"/>
            <ac:picMk id="3" creationId="{5B46221D-2080-4E71-63EC-7DC87D623917}"/>
          </ac:picMkLst>
        </pc:picChg>
        <pc:picChg chg="add mod modCrop">
          <ac:chgData name="Ziming Huang" userId="f7e8f0f69499c32d" providerId="LiveId" clId="{25B4BF35-07C2-428D-82DC-AF41DFF23D8F}" dt="2024-05-27T08:50:55.909" v="539" actId="14100"/>
          <ac:picMkLst>
            <pc:docMk/>
            <pc:sldMk cId="3493614739" sldId="659"/>
            <ac:picMk id="4" creationId="{1AB4673F-1608-DBA8-B712-A6BF38D79D68}"/>
          </ac:picMkLst>
        </pc:picChg>
        <pc:picChg chg="del">
          <ac:chgData name="Ziming Huang" userId="f7e8f0f69499c32d" providerId="LiveId" clId="{25B4BF35-07C2-428D-82DC-AF41DFF23D8F}" dt="2024-05-27T08:48:55.391" v="495" actId="478"/>
          <ac:picMkLst>
            <pc:docMk/>
            <pc:sldMk cId="3493614739" sldId="659"/>
            <ac:picMk id="13" creationId="{9687DC67-DEFA-1B63-AA3B-F328BA57D936}"/>
          </ac:picMkLst>
        </pc:picChg>
      </pc:sldChg>
      <pc:sldChg chg="addSp delSp modSp add mod">
        <pc:chgData name="Ziming Huang" userId="f7e8f0f69499c32d" providerId="LiveId" clId="{25B4BF35-07C2-428D-82DC-AF41DFF23D8F}" dt="2024-05-27T09:01:48.655" v="622" actId="1076"/>
        <pc:sldMkLst>
          <pc:docMk/>
          <pc:sldMk cId="3302505806" sldId="660"/>
        </pc:sldMkLst>
        <pc:picChg chg="add mod modCrop">
          <ac:chgData name="Ziming Huang" userId="f7e8f0f69499c32d" providerId="LiveId" clId="{25B4BF35-07C2-428D-82DC-AF41DFF23D8F}" dt="2024-05-27T09:01:40.317" v="619" actId="1076"/>
          <ac:picMkLst>
            <pc:docMk/>
            <pc:sldMk cId="3302505806" sldId="660"/>
            <ac:picMk id="3" creationId="{45A8F2C9-8A0A-8BF3-2A99-3770C82EDF3D}"/>
          </ac:picMkLst>
        </pc:picChg>
        <pc:picChg chg="add mod modCrop">
          <ac:chgData name="Ziming Huang" userId="f7e8f0f69499c32d" providerId="LiveId" clId="{25B4BF35-07C2-428D-82DC-AF41DFF23D8F}" dt="2024-05-27T09:01:43.279" v="620" actId="1076"/>
          <ac:picMkLst>
            <pc:docMk/>
            <pc:sldMk cId="3302505806" sldId="660"/>
            <ac:picMk id="5" creationId="{141E1E18-00B0-D2C4-A609-CB2251FD6FD4}"/>
          </ac:picMkLst>
        </pc:picChg>
        <pc:picChg chg="add mod modCrop">
          <ac:chgData name="Ziming Huang" userId="f7e8f0f69499c32d" providerId="LiveId" clId="{25B4BF35-07C2-428D-82DC-AF41DFF23D8F}" dt="2024-05-27T09:01:45.932" v="621" actId="1076"/>
          <ac:picMkLst>
            <pc:docMk/>
            <pc:sldMk cId="3302505806" sldId="660"/>
            <ac:picMk id="6" creationId="{12891246-DDBF-ED6F-25B6-3F6BF3FAD020}"/>
          </ac:picMkLst>
        </pc:picChg>
        <pc:picChg chg="add mod modCrop">
          <ac:chgData name="Ziming Huang" userId="f7e8f0f69499c32d" providerId="LiveId" clId="{25B4BF35-07C2-428D-82DC-AF41DFF23D8F}" dt="2024-05-27T09:01:48.655" v="622" actId="1076"/>
          <ac:picMkLst>
            <pc:docMk/>
            <pc:sldMk cId="3302505806" sldId="660"/>
            <ac:picMk id="9" creationId="{5D318F39-F459-3E70-6ED5-B8AC93A6142D}"/>
          </ac:picMkLst>
        </pc:picChg>
        <pc:picChg chg="del">
          <ac:chgData name="Ziming Huang" userId="f7e8f0f69499c32d" providerId="LiveId" clId="{25B4BF35-07C2-428D-82DC-AF41DFF23D8F}" dt="2024-05-27T08:55:19.796" v="577" actId="478"/>
          <ac:picMkLst>
            <pc:docMk/>
            <pc:sldMk cId="3302505806" sldId="660"/>
            <ac:picMk id="13" creationId="{9687DC67-DEFA-1B63-AA3B-F328BA57D936}"/>
          </ac:picMkLst>
        </pc:picChg>
      </pc:sldChg>
      <pc:sldChg chg="addSp delSp modSp add mod">
        <pc:chgData name="Ziming Huang" userId="f7e8f0f69499c32d" providerId="LiveId" clId="{25B4BF35-07C2-428D-82DC-AF41DFF23D8F}" dt="2024-05-27T08:54:56.273" v="572" actId="478"/>
        <pc:sldMkLst>
          <pc:docMk/>
          <pc:sldMk cId="197872862" sldId="661"/>
        </pc:sldMkLst>
        <pc:picChg chg="del">
          <ac:chgData name="Ziming Huang" userId="f7e8f0f69499c32d" providerId="LiveId" clId="{25B4BF35-07C2-428D-82DC-AF41DFF23D8F}" dt="2024-05-27T08:46:12.711" v="458" actId="478"/>
          <ac:picMkLst>
            <pc:docMk/>
            <pc:sldMk cId="197872862" sldId="661"/>
            <ac:picMk id="3" creationId="{9E7BB894-9CA1-7031-5671-BAF4F5F73887}"/>
          </ac:picMkLst>
        </pc:picChg>
        <pc:picChg chg="add del mod ord">
          <ac:chgData name="Ziming Huang" userId="f7e8f0f69499c32d" providerId="LiveId" clId="{25B4BF35-07C2-428D-82DC-AF41DFF23D8F}" dt="2024-05-27T08:52:40.454" v="549" actId="478"/>
          <ac:picMkLst>
            <pc:docMk/>
            <pc:sldMk cId="197872862" sldId="661"/>
            <ac:picMk id="4" creationId="{570C1C27-B057-502D-0EA7-5B0FE491B048}"/>
          </ac:picMkLst>
        </pc:picChg>
        <pc:picChg chg="add del mod">
          <ac:chgData name="Ziming Huang" userId="f7e8f0f69499c32d" providerId="LiveId" clId="{25B4BF35-07C2-428D-82DC-AF41DFF23D8F}" dt="2024-05-27T08:47:46.589" v="478" actId="478"/>
          <ac:picMkLst>
            <pc:docMk/>
            <pc:sldMk cId="197872862" sldId="661"/>
            <ac:picMk id="6" creationId="{E03E8160-549B-DAE4-E82B-F1F2554CCB52}"/>
          </ac:picMkLst>
        </pc:picChg>
        <pc:picChg chg="add del mod">
          <ac:chgData name="Ziming Huang" userId="f7e8f0f69499c32d" providerId="LiveId" clId="{25B4BF35-07C2-428D-82DC-AF41DFF23D8F}" dt="2024-05-27T08:47:47.346" v="479" actId="478"/>
          <ac:picMkLst>
            <pc:docMk/>
            <pc:sldMk cId="197872862" sldId="661"/>
            <ac:picMk id="12" creationId="{5E052C70-4F6F-8858-4BA3-AFC66EB6E69F}"/>
          </ac:picMkLst>
        </pc:picChg>
        <pc:picChg chg="add mod">
          <ac:chgData name="Ziming Huang" userId="f7e8f0f69499c32d" providerId="LiveId" clId="{25B4BF35-07C2-428D-82DC-AF41DFF23D8F}" dt="2024-05-27T08:54:34.784" v="564" actId="555"/>
          <ac:picMkLst>
            <pc:docMk/>
            <pc:sldMk cId="197872862" sldId="661"/>
            <ac:picMk id="14" creationId="{078D31E7-D54F-0A33-FF23-C56AFAE662E5}"/>
          </ac:picMkLst>
        </pc:picChg>
        <pc:picChg chg="add del mod">
          <ac:chgData name="Ziming Huang" userId="f7e8f0f69499c32d" providerId="LiveId" clId="{25B4BF35-07C2-428D-82DC-AF41DFF23D8F}" dt="2024-05-27T08:54:56.273" v="572" actId="478"/>
          <ac:picMkLst>
            <pc:docMk/>
            <pc:sldMk cId="197872862" sldId="661"/>
            <ac:picMk id="16" creationId="{084E8E23-A3E0-2C50-8004-CB472A84F774}"/>
          </ac:picMkLst>
        </pc:picChg>
        <pc:picChg chg="add del mod">
          <ac:chgData name="Ziming Huang" userId="f7e8f0f69499c32d" providerId="LiveId" clId="{25B4BF35-07C2-428D-82DC-AF41DFF23D8F}" dt="2024-05-27T08:54:56.273" v="572" actId="478"/>
          <ac:picMkLst>
            <pc:docMk/>
            <pc:sldMk cId="197872862" sldId="661"/>
            <ac:picMk id="18" creationId="{51C020CC-096A-86B2-3E2B-7B3EC38BE6C1}"/>
          </ac:picMkLst>
        </pc:picChg>
      </pc:sldChg>
      <pc:sldChg chg="add del">
        <pc:chgData name="Ziming Huang" userId="f7e8f0f69499c32d" providerId="LiveId" clId="{25B4BF35-07C2-428D-82DC-AF41DFF23D8F}" dt="2024-05-27T08:39:58.854" v="231" actId="47"/>
        <pc:sldMkLst>
          <pc:docMk/>
          <pc:sldMk cId="3460822358" sldId="661"/>
        </pc:sldMkLst>
      </pc:sldChg>
      <pc:sldChg chg="add del">
        <pc:chgData name="Ziming Huang" userId="f7e8f0f69499c32d" providerId="LiveId" clId="{25B4BF35-07C2-428D-82DC-AF41DFF23D8F}" dt="2024-05-27T08:39:59.205" v="232" actId="47"/>
        <pc:sldMkLst>
          <pc:docMk/>
          <pc:sldMk cId="1505922771" sldId="662"/>
        </pc:sldMkLst>
      </pc:sldChg>
      <pc:sldChg chg="delSp modSp add mod">
        <pc:chgData name="Ziming Huang" userId="f7e8f0f69499c32d" providerId="LiveId" clId="{25B4BF35-07C2-428D-82DC-AF41DFF23D8F}" dt="2024-05-27T08:54:53.064" v="571" actId="478"/>
        <pc:sldMkLst>
          <pc:docMk/>
          <pc:sldMk cId="1639995804" sldId="662"/>
        </pc:sldMkLst>
        <pc:picChg chg="del">
          <ac:chgData name="Ziming Huang" userId="f7e8f0f69499c32d" providerId="LiveId" clId="{25B4BF35-07C2-428D-82DC-AF41DFF23D8F}" dt="2024-05-27T08:54:44.119" v="567" actId="478"/>
          <ac:picMkLst>
            <pc:docMk/>
            <pc:sldMk cId="1639995804" sldId="662"/>
            <ac:picMk id="14" creationId="{078D31E7-D54F-0A33-FF23-C56AFAE662E5}"/>
          </ac:picMkLst>
        </pc:picChg>
        <pc:picChg chg="mod">
          <ac:chgData name="Ziming Huang" userId="f7e8f0f69499c32d" providerId="LiveId" clId="{25B4BF35-07C2-428D-82DC-AF41DFF23D8F}" dt="2024-05-27T08:54:50.622" v="570" actId="555"/>
          <ac:picMkLst>
            <pc:docMk/>
            <pc:sldMk cId="1639995804" sldId="662"/>
            <ac:picMk id="16" creationId="{084E8E23-A3E0-2C50-8004-CB472A84F774}"/>
          </ac:picMkLst>
        </pc:picChg>
        <pc:picChg chg="del">
          <ac:chgData name="Ziming Huang" userId="f7e8f0f69499c32d" providerId="LiveId" clId="{25B4BF35-07C2-428D-82DC-AF41DFF23D8F}" dt="2024-05-27T08:54:53.064" v="571" actId="478"/>
          <ac:picMkLst>
            <pc:docMk/>
            <pc:sldMk cId="1639995804" sldId="662"/>
            <ac:picMk id="18" creationId="{51C020CC-096A-86B2-3E2B-7B3EC38BE6C1}"/>
          </ac:picMkLst>
        </pc:picChg>
      </pc:sldChg>
      <pc:sldChg chg="delSp modSp add del mod">
        <pc:chgData name="Ziming Huang" userId="f7e8f0f69499c32d" providerId="LiveId" clId="{25B4BF35-07C2-428D-82DC-AF41DFF23D8F}" dt="2024-05-27T08:54:10.350" v="555" actId="47"/>
        <pc:sldMkLst>
          <pc:docMk/>
          <pc:sldMk cId="2151172103" sldId="662"/>
        </pc:sldMkLst>
        <pc:picChg chg="del">
          <ac:chgData name="Ziming Huang" userId="f7e8f0f69499c32d" providerId="LiveId" clId="{25B4BF35-07C2-428D-82DC-AF41DFF23D8F}" dt="2024-05-27T08:47:49.448" v="480" actId="478"/>
          <ac:picMkLst>
            <pc:docMk/>
            <pc:sldMk cId="2151172103" sldId="662"/>
            <ac:picMk id="4" creationId="{570C1C27-B057-502D-0EA7-5B0FE491B048}"/>
          </ac:picMkLst>
        </pc:picChg>
        <pc:picChg chg="mod">
          <ac:chgData name="Ziming Huang" userId="f7e8f0f69499c32d" providerId="LiveId" clId="{25B4BF35-07C2-428D-82DC-AF41DFF23D8F}" dt="2024-05-27T08:48:19.375" v="490" actId="555"/>
          <ac:picMkLst>
            <pc:docMk/>
            <pc:sldMk cId="2151172103" sldId="662"/>
            <ac:picMk id="6" creationId="{E03E8160-549B-DAE4-E82B-F1F2554CCB52}"/>
          </ac:picMkLst>
        </pc:picChg>
        <pc:picChg chg="del">
          <ac:chgData name="Ziming Huang" userId="f7e8f0f69499c32d" providerId="LiveId" clId="{25B4BF35-07C2-428D-82DC-AF41DFF23D8F}" dt="2024-05-27T08:47:50.928" v="481" actId="478"/>
          <ac:picMkLst>
            <pc:docMk/>
            <pc:sldMk cId="2151172103" sldId="662"/>
            <ac:picMk id="12" creationId="{5E052C70-4F6F-8858-4BA3-AFC66EB6E69F}"/>
          </ac:picMkLst>
        </pc:picChg>
      </pc:sldChg>
      <pc:sldChg chg="delSp modSp add del mod">
        <pc:chgData name="Ziming Huang" userId="f7e8f0f69499c32d" providerId="LiveId" clId="{25B4BF35-07C2-428D-82DC-AF41DFF23D8F}" dt="2024-05-27T08:54:10.350" v="555" actId="47"/>
        <pc:sldMkLst>
          <pc:docMk/>
          <pc:sldMk cId="2232015435" sldId="663"/>
        </pc:sldMkLst>
        <pc:picChg chg="del">
          <ac:chgData name="Ziming Huang" userId="f7e8f0f69499c32d" providerId="LiveId" clId="{25B4BF35-07C2-428D-82DC-AF41DFF23D8F}" dt="2024-05-27T08:47:56.353" v="483" actId="478"/>
          <ac:picMkLst>
            <pc:docMk/>
            <pc:sldMk cId="2232015435" sldId="663"/>
            <ac:picMk id="4" creationId="{570C1C27-B057-502D-0EA7-5B0FE491B048}"/>
          </ac:picMkLst>
        </pc:picChg>
        <pc:picChg chg="del">
          <ac:chgData name="Ziming Huang" userId="f7e8f0f69499c32d" providerId="LiveId" clId="{25B4BF35-07C2-428D-82DC-AF41DFF23D8F}" dt="2024-05-27T08:47:56.804" v="484" actId="478"/>
          <ac:picMkLst>
            <pc:docMk/>
            <pc:sldMk cId="2232015435" sldId="663"/>
            <ac:picMk id="6" creationId="{E03E8160-549B-DAE4-E82B-F1F2554CCB52}"/>
          </ac:picMkLst>
        </pc:picChg>
        <pc:picChg chg="mod ord">
          <ac:chgData name="Ziming Huang" userId="f7e8f0f69499c32d" providerId="LiveId" clId="{25B4BF35-07C2-428D-82DC-AF41DFF23D8F}" dt="2024-05-27T08:48:38.785" v="494" actId="167"/>
          <ac:picMkLst>
            <pc:docMk/>
            <pc:sldMk cId="2232015435" sldId="663"/>
            <ac:picMk id="12" creationId="{5E052C70-4F6F-8858-4BA3-AFC66EB6E69F}"/>
          </ac:picMkLst>
        </pc:picChg>
      </pc:sldChg>
      <pc:sldChg chg="delSp modSp add mod">
        <pc:chgData name="Ziming Huang" userId="f7e8f0f69499c32d" providerId="LiveId" clId="{25B4BF35-07C2-428D-82DC-AF41DFF23D8F}" dt="2024-05-27T08:55:05.730" v="576" actId="555"/>
        <pc:sldMkLst>
          <pc:docMk/>
          <pc:sldMk cId="4021344524" sldId="663"/>
        </pc:sldMkLst>
        <pc:picChg chg="del">
          <ac:chgData name="Ziming Huang" userId="f7e8f0f69499c32d" providerId="LiveId" clId="{25B4BF35-07C2-428D-82DC-AF41DFF23D8F}" dt="2024-05-27T08:54:59.743" v="573" actId="478"/>
          <ac:picMkLst>
            <pc:docMk/>
            <pc:sldMk cId="4021344524" sldId="663"/>
            <ac:picMk id="14" creationId="{078D31E7-D54F-0A33-FF23-C56AFAE662E5}"/>
          </ac:picMkLst>
        </pc:picChg>
        <pc:picChg chg="del">
          <ac:chgData name="Ziming Huang" userId="f7e8f0f69499c32d" providerId="LiveId" clId="{25B4BF35-07C2-428D-82DC-AF41DFF23D8F}" dt="2024-05-27T08:54:59.743" v="573" actId="478"/>
          <ac:picMkLst>
            <pc:docMk/>
            <pc:sldMk cId="4021344524" sldId="663"/>
            <ac:picMk id="16" creationId="{084E8E23-A3E0-2C50-8004-CB472A84F774}"/>
          </ac:picMkLst>
        </pc:picChg>
        <pc:picChg chg="mod">
          <ac:chgData name="Ziming Huang" userId="f7e8f0f69499c32d" providerId="LiveId" clId="{25B4BF35-07C2-428D-82DC-AF41DFF23D8F}" dt="2024-05-27T08:55:05.730" v="576" actId="555"/>
          <ac:picMkLst>
            <pc:docMk/>
            <pc:sldMk cId="4021344524" sldId="663"/>
            <ac:picMk id="18" creationId="{51C020CC-096A-86B2-3E2B-7B3EC38BE6C1}"/>
          </ac:picMkLst>
        </pc:picChg>
      </pc:sldChg>
      <pc:sldChg chg="add del">
        <pc:chgData name="Ziming Huang" userId="f7e8f0f69499c32d" providerId="LiveId" clId="{25B4BF35-07C2-428D-82DC-AF41DFF23D8F}" dt="2024-05-27T08:54:12.197" v="556" actId="47"/>
        <pc:sldMkLst>
          <pc:docMk/>
          <pc:sldMk cId="3126835631" sldId="664"/>
        </pc:sldMkLst>
      </pc:sldChg>
      <pc:sldChg chg="addSp delSp modSp add mod">
        <pc:chgData name="Ziming Huang" userId="f7e8f0f69499c32d" providerId="LiveId" clId="{25B4BF35-07C2-428D-82DC-AF41DFF23D8F}" dt="2024-05-27T09:49:51.992" v="868" actId="14100"/>
        <pc:sldMkLst>
          <pc:docMk/>
          <pc:sldMk cId="3184957037" sldId="664"/>
        </pc:sldMkLst>
        <pc:spChg chg="add mod">
          <ac:chgData name="Ziming Huang" userId="f7e8f0f69499c32d" providerId="LiveId" clId="{25B4BF35-07C2-428D-82DC-AF41DFF23D8F}" dt="2024-05-27T09:49:51.992" v="868" actId="14100"/>
          <ac:spMkLst>
            <pc:docMk/>
            <pc:sldMk cId="3184957037" sldId="664"/>
            <ac:spMk id="33" creationId="{08FD8EE8-5F5B-A75F-03BE-93F35503A321}"/>
          </ac:spMkLst>
        </pc:spChg>
        <pc:picChg chg="del">
          <ac:chgData name="Ziming Huang" userId="f7e8f0f69499c32d" providerId="LiveId" clId="{25B4BF35-07C2-428D-82DC-AF41DFF23D8F}" dt="2024-05-27T09:38:16.735" v="624" actId="478"/>
          <ac:picMkLst>
            <pc:docMk/>
            <pc:sldMk cId="3184957037" sldId="664"/>
            <ac:picMk id="3" creationId="{45A8F2C9-8A0A-8BF3-2A99-3770C82EDF3D}"/>
          </ac:picMkLst>
        </pc:picChg>
        <pc:picChg chg="add mod">
          <ac:chgData name="Ziming Huang" userId="f7e8f0f69499c32d" providerId="LiveId" clId="{25B4BF35-07C2-428D-82DC-AF41DFF23D8F}" dt="2024-05-27T09:46:07.968" v="704" actId="12789"/>
          <ac:picMkLst>
            <pc:docMk/>
            <pc:sldMk cId="3184957037" sldId="664"/>
            <ac:picMk id="4" creationId="{47F0FEA7-3154-E5C5-25D2-E185579354FA}"/>
          </ac:picMkLst>
        </pc:picChg>
        <pc:picChg chg="del">
          <ac:chgData name="Ziming Huang" userId="f7e8f0f69499c32d" providerId="LiveId" clId="{25B4BF35-07C2-428D-82DC-AF41DFF23D8F}" dt="2024-05-27T09:38:16.735" v="624" actId="478"/>
          <ac:picMkLst>
            <pc:docMk/>
            <pc:sldMk cId="3184957037" sldId="664"/>
            <ac:picMk id="5" creationId="{141E1E18-00B0-D2C4-A609-CB2251FD6FD4}"/>
          </ac:picMkLst>
        </pc:picChg>
        <pc:picChg chg="del">
          <ac:chgData name="Ziming Huang" userId="f7e8f0f69499c32d" providerId="LiveId" clId="{25B4BF35-07C2-428D-82DC-AF41DFF23D8F}" dt="2024-05-27T09:38:17.758" v="625" actId="478"/>
          <ac:picMkLst>
            <pc:docMk/>
            <pc:sldMk cId="3184957037" sldId="664"/>
            <ac:picMk id="6" creationId="{12891246-DDBF-ED6F-25B6-3F6BF3FAD020}"/>
          </ac:picMkLst>
        </pc:picChg>
        <pc:picChg chg="del">
          <ac:chgData name="Ziming Huang" userId="f7e8f0f69499c32d" providerId="LiveId" clId="{25B4BF35-07C2-428D-82DC-AF41DFF23D8F}" dt="2024-05-27T09:38:18.353" v="626" actId="478"/>
          <ac:picMkLst>
            <pc:docMk/>
            <pc:sldMk cId="3184957037" sldId="664"/>
            <ac:picMk id="9" creationId="{5D318F39-F459-3E70-6ED5-B8AC93A6142D}"/>
          </ac:picMkLst>
        </pc:picChg>
        <pc:picChg chg="add mod">
          <ac:chgData name="Ziming Huang" userId="f7e8f0f69499c32d" providerId="LiveId" clId="{25B4BF35-07C2-428D-82DC-AF41DFF23D8F}" dt="2024-05-27T09:46:09.916" v="705" actId="408"/>
          <ac:picMkLst>
            <pc:docMk/>
            <pc:sldMk cId="3184957037" sldId="664"/>
            <ac:picMk id="13" creationId="{677B27C4-E20D-67B3-50F1-4F1872FC66D1}"/>
          </ac:picMkLst>
        </pc:picChg>
        <pc:picChg chg="add mod">
          <ac:chgData name="Ziming Huang" userId="f7e8f0f69499c32d" providerId="LiveId" clId="{25B4BF35-07C2-428D-82DC-AF41DFF23D8F}" dt="2024-05-27T09:46:07.968" v="704" actId="12789"/>
          <ac:picMkLst>
            <pc:docMk/>
            <pc:sldMk cId="3184957037" sldId="664"/>
            <ac:picMk id="15" creationId="{32D0ECB2-54D6-87D6-BEE9-CF4F49D113E1}"/>
          </ac:picMkLst>
        </pc:picChg>
        <pc:picChg chg="add mod ord">
          <ac:chgData name="Ziming Huang" userId="f7e8f0f69499c32d" providerId="LiveId" clId="{25B4BF35-07C2-428D-82DC-AF41DFF23D8F}" dt="2024-05-27T09:46:21.339" v="708" actId="12789"/>
          <ac:picMkLst>
            <pc:docMk/>
            <pc:sldMk cId="3184957037" sldId="664"/>
            <ac:picMk id="17" creationId="{F4E4FF8E-E568-ECED-E6D8-0D0A4DE57096}"/>
          </ac:picMkLst>
        </pc:picChg>
        <pc:picChg chg="add mod ord">
          <ac:chgData name="Ziming Huang" userId="f7e8f0f69499c32d" providerId="LiveId" clId="{25B4BF35-07C2-428D-82DC-AF41DFF23D8F}" dt="2024-05-27T09:46:23.156" v="709" actId="408"/>
          <ac:picMkLst>
            <pc:docMk/>
            <pc:sldMk cId="3184957037" sldId="664"/>
            <ac:picMk id="19" creationId="{F116D3BD-6B52-6F5A-5B11-5B65271E9AF8}"/>
          </ac:picMkLst>
        </pc:picChg>
        <pc:picChg chg="add mod ord">
          <ac:chgData name="Ziming Huang" userId="f7e8f0f69499c32d" providerId="LiveId" clId="{25B4BF35-07C2-428D-82DC-AF41DFF23D8F}" dt="2024-05-27T09:46:21.339" v="708" actId="12789"/>
          <ac:picMkLst>
            <pc:docMk/>
            <pc:sldMk cId="3184957037" sldId="664"/>
            <ac:picMk id="21" creationId="{DD89DEB2-32CC-93C5-9565-42BB83F80A8D}"/>
          </ac:picMkLst>
        </pc:picChg>
        <pc:picChg chg="add del mod">
          <ac:chgData name="Ziming Huang" userId="f7e8f0f69499c32d" providerId="LiveId" clId="{25B4BF35-07C2-428D-82DC-AF41DFF23D8F}" dt="2024-05-27T09:40:42.668" v="640" actId="478"/>
          <ac:picMkLst>
            <pc:docMk/>
            <pc:sldMk cId="3184957037" sldId="664"/>
            <ac:picMk id="23" creationId="{5A4CE86C-FF44-0221-8292-846D45DCD5BC}"/>
          </ac:picMkLst>
        </pc:picChg>
        <pc:picChg chg="add mod">
          <ac:chgData name="Ziming Huang" userId="f7e8f0f69499c32d" providerId="LiveId" clId="{25B4BF35-07C2-428D-82DC-AF41DFF23D8F}" dt="2024-05-27T09:46:03.098" v="703" actId="1076"/>
          <ac:picMkLst>
            <pc:docMk/>
            <pc:sldMk cId="3184957037" sldId="664"/>
            <ac:picMk id="30" creationId="{9F5EA215-E0DF-2443-3706-A376A7DA9A10}"/>
          </ac:picMkLst>
        </pc:picChg>
      </pc:sldChg>
      <pc:sldChg chg="add del">
        <pc:chgData name="Ziming Huang" userId="f7e8f0f69499c32d" providerId="LiveId" clId="{25B4BF35-07C2-428D-82DC-AF41DFF23D8F}" dt="2024-05-27T09:38:21.861" v="628"/>
        <pc:sldMkLst>
          <pc:docMk/>
          <pc:sldMk cId="2270855529" sldId="665"/>
        </pc:sldMkLst>
      </pc:sldChg>
      <pc:sldChg chg="add del">
        <pc:chgData name="Ziming Huang" userId="f7e8f0f69499c32d" providerId="LiveId" clId="{25B4BF35-07C2-428D-82DC-AF41DFF23D8F}" dt="2024-05-27T08:54:12.623" v="557" actId="47"/>
        <pc:sldMkLst>
          <pc:docMk/>
          <pc:sldMk cId="3969624151" sldId="665"/>
        </pc:sldMkLst>
      </pc:sldChg>
    </pc:docChg>
  </pc:docChgLst>
  <pc:docChgLst>
    <pc:chgData name="Ziming Huang" userId="f7e8f0f69499c32d" providerId="LiveId" clId="{90777010-5195-4992-B68C-954A1379AD33}"/>
    <pc:docChg chg="undo custSel addSld delSld modSld">
      <pc:chgData name="Ziming Huang" userId="f7e8f0f69499c32d" providerId="LiveId" clId="{90777010-5195-4992-B68C-954A1379AD33}" dt="2024-02-01T20:35:54.557" v="132" actId="47"/>
      <pc:docMkLst>
        <pc:docMk/>
      </pc:docMkLst>
      <pc:sldChg chg="addSp delSp modSp mod">
        <pc:chgData name="Ziming Huang" userId="f7e8f0f69499c32d" providerId="LiveId" clId="{90777010-5195-4992-B68C-954A1379AD33}" dt="2024-02-01T20:03:39.206" v="40" actId="1076"/>
        <pc:sldMkLst>
          <pc:docMk/>
          <pc:sldMk cId="3043225349" sldId="544"/>
        </pc:sldMkLst>
        <pc:picChg chg="add mod">
          <ac:chgData name="Ziming Huang" userId="f7e8f0f69499c32d" providerId="LiveId" clId="{90777010-5195-4992-B68C-954A1379AD33}" dt="2024-02-01T20:03:32.881" v="38" actId="12789"/>
          <ac:picMkLst>
            <pc:docMk/>
            <pc:sldMk cId="3043225349" sldId="544"/>
            <ac:picMk id="4" creationId="{4BFE28D5-F567-FDD9-A8BB-1B973CB31FFF}"/>
          </ac:picMkLst>
        </pc:picChg>
        <pc:picChg chg="del">
          <ac:chgData name="Ziming Huang" userId="f7e8f0f69499c32d" providerId="LiveId" clId="{90777010-5195-4992-B68C-954A1379AD33}" dt="2024-02-01T19:58:13.392" v="0" actId="478"/>
          <ac:picMkLst>
            <pc:docMk/>
            <pc:sldMk cId="3043225349" sldId="544"/>
            <ac:picMk id="6" creationId="{00000000-0000-0000-0000-000000000000}"/>
          </ac:picMkLst>
        </pc:picChg>
        <pc:picChg chg="del">
          <ac:chgData name="Ziming Huang" userId="f7e8f0f69499c32d" providerId="LiveId" clId="{90777010-5195-4992-B68C-954A1379AD33}" dt="2024-02-01T19:58:13.392" v="0" actId="478"/>
          <ac:picMkLst>
            <pc:docMk/>
            <pc:sldMk cId="3043225349" sldId="544"/>
            <ac:picMk id="7" creationId="{00000000-0000-0000-0000-000000000000}"/>
          </ac:picMkLst>
        </pc:picChg>
        <pc:picChg chg="del">
          <ac:chgData name="Ziming Huang" userId="f7e8f0f69499c32d" providerId="LiveId" clId="{90777010-5195-4992-B68C-954A1379AD33}" dt="2024-02-01T19:58:13.392" v="0" actId="478"/>
          <ac:picMkLst>
            <pc:docMk/>
            <pc:sldMk cId="3043225349" sldId="544"/>
            <ac:picMk id="9" creationId="{00000000-0000-0000-0000-000000000000}"/>
          </ac:picMkLst>
        </pc:picChg>
        <pc:picChg chg="del">
          <ac:chgData name="Ziming Huang" userId="f7e8f0f69499c32d" providerId="LiveId" clId="{90777010-5195-4992-B68C-954A1379AD33}" dt="2024-02-01T19:58:13.392" v="0" actId="478"/>
          <ac:picMkLst>
            <pc:docMk/>
            <pc:sldMk cId="3043225349" sldId="544"/>
            <ac:picMk id="12" creationId="{00000000-0000-0000-0000-000000000000}"/>
          </ac:picMkLst>
        </pc:picChg>
        <pc:picChg chg="add mod">
          <ac:chgData name="Ziming Huang" userId="f7e8f0f69499c32d" providerId="LiveId" clId="{90777010-5195-4992-B68C-954A1379AD33}" dt="2024-02-01T20:03:17.510" v="34" actId="12789"/>
          <ac:picMkLst>
            <pc:docMk/>
            <pc:sldMk cId="3043225349" sldId="544"/>
            <ac:picMk id="13" creationId="{45582907-C0F6-560B-A60C-CE1AECF18379}"/>
          </ac:picMkLst>
        </pc:picChg>
        <pc:picChg chg="add mod">
          <ac:chgData name="Ziming Huang" userId="f7e8f0f69499c32d" providerId="LiveId" clId="{90777010-5195-4992-B68C-954A1379AD33}" dt="2024-02-01T20:03:39.206" v="40" actId="1076"/>
          <ac:picMkLst>
            <pc:docMk/>
            <pc:sldMk cId="3043225349" sldId="544"/>
            <ac:picMk id="16" creationId="{51B981B8-7DC5-668D-ECE9-B47388B41F4C}"/>
          </ac:picMkLst>
        </pc:picChg>
        <pc:picChg chg="add mod">
          <ac:chgData name="Ziming Huang" userId="f7e8f0f69499c32d" providerId="LiveId" clId="{90777010-5195-4992-B68C-954A1379AD33}" dt="2024-02-01T20:03:19.659" v="35" actId="408"/>
          <ac:picMkLst>
            <pc:docMk/>
            <pc:sldMk cId="3043225349" sldId="544"/>
            <ac:picMk id="18" creationId="{A21071D5-26AC-5932-A364-8B6990209F14}"/>
          </ac:picMkLst>
        </pc:picChg>
        <pc:picChg chg="add mod">
          <ac:chgData name="Ziming Huang" userId="f7e8f0f69499c32d" providerId="LiveId" clId="{90777010-5195-4992-B68C-954A1379AD33}" dt="2024-02-01T20:03:17.510" v="34" actId="12789"/>
          <ac:picMkLst>
            <pc:docMk/>
            <pc:sldMk cId="3043225349" sldId="544"/>
            <ac:picMk id="20" creationId="{CC99688B-8886-F3A0-11AC-8827A691F1F4}"/>
          </ac:picMkLst>
        </pc:picChg>
        <pc:picChg chg="add mod">
          <ac:chgData name="Ziming Huang" userId="f7e8f0f69499c32d" providerId="LiveId" clId="{90777010-5195-4992-B68C-954A1379AD33}" dt="2024-02-01T20:03:32.881" v="38" actId="12789"/>
          <ac:picMkLst>
            <pc:docMk/>
            <pc:sldMk cId="3043225349" sldId="544"/>
            <ac:picMk id="22" creationId="{99C8FEFB-CDF2-DAA3-C6A9-8EE4763432D5}"/>
          </ac:picMkLst>
        </pc:picChg>
      </pc:sldChg>
      <pc:sldChg chg="addSp delSp modSp add mod">
        <pc:chgData name="Ziming Huang" userId="f7e8f0f69499c32d" providerId="LiveId" clId="{90777010-5195-4992-B68C-954A1379AD33}" dt="2024-02-01T20:24:23.464" v="90" actId="408"/>
        <pc:sldMkLst>
          <pc:docMk/>
          <pc:sldMk cId="2943313656" sldId="557"/>
        </pc:sldMkLst>
        <pc:spChg chg="mod">
          <ac:chgData name="Ziming Huang" userId="f7e8f0f69499c32d" providerId="LiveId" clId="{90777010-5195-4992-B68C-954A1379AD33}" dt="2024-02-01T20:04:21.201" v="50" actId="20577"/>
          <ac:spMkLst>
            <pc:docMk/>
            <pc:sldMk cId="2943313656" sldId="557"/>
            <ac:spMk id="2" creationId="{66601268-B1A7-3CC2-2AF9-4EEF250CD329}"/>
          </ac:spMkLst>
        </pc:spChg>
        <pc:picChg chg="del">
          <ac:chgData name="Ziming Huang" userId="f7e8f0f69499c32d" providerId="LiveId" clId="{90777010-5195-4992-B68C-954A1379AD33}" dt="2024-02-01T20:20:22.717" v="51" actId="478"/>
          <ac:picMkLst>
            <pc:docMk/>
            <pc:sldMk cId="2943313656" sldId="557"/>
            <ac:picMk id="4" creationId="{458831DD-0A5E-8B29-3F24-E54E3ACD22AC}"/>
          </ac:picMkLst>
        </pc:picChg>
        <pc:picChg chg="add mod">
          <ac:chgData name="Ziming Huang" userId="f7e8f0f69499c32d" providerId="LiveId" clId="{90777010-5195-4992-B68C-954A1379AD33}" dt="2024-02-01T20:24:21.403" v="89" actId="12789"/>
          <ac:picMkLst>
            <pc:docMk/>
            <pc:sldMk cId="2943313656" sldId="557"/>
            <ac:picMk id="5" creationId="{3C42F985-CFF8-FC49-F6A4-090A81DA6002}"/>
          </ac:picMkLst>
        </pc:picChg>
        <pc:picChg chg="add mod">
          <ac:chgData name="Ziming Huang" userId="f7e8f0f69499c32d" providerId="LiveId" clId="{90777010-5195-4992-B68C-954A1379AD33}" dt="2024-02-01T20:24:05.434" v="85" actId="12789"/>
          <ac:picMkLst>
            <pc:docMk/>
            <pc:sldMk cId="2943313656" sldId="557"/>
            <ac:picMk id="7" creationId="{490CB1A0-98F5-DEFA-9505-EB326B85F298}"/>
          </ac:picMkLst>
        </pc:picChg>
        <pc:picChg chg="add mod">
          <ac:chgData name="Ziming Huang" userId="f7e8f0f69499c32d" providerId="LiveId" clId="{90777010-5195-4992-B68C-954A1379AD33}" dt="2024-02-01T20:24:23.464" v="90" actId="408"/>
          <ac:picMkLst>
            <pc:docMk/>
            <pc:sldMk cId="2943313656" sldId="557"/>
            <ac:picMk id="12" creationId="{5588BADC-E6C9-DCB6-FB05-AF0695CC86F5}"/>
          </ac:picMkLst>
        </pc:picChg>
        <pc:picChg chg="del">
          <ac:chgData name="Ziming Huang" userId="f7e8f0f69499c32d" providerId="LiveId" clId="{90777010-5195-4992-B68C-954A1379AD33}" dt="2024-02-01T20:20:22.717" v="51" actId="478"/>
          <ac:picMkLst>
            <pc:docMk/>
            <pc:sldMk cId="2943313656" sldId="557"/>
            <ac:picMk id="13" creationId="{DC5F0AE8-7C53-4E44-DEBB-2586BC78AF2F}"/>
          </ac:picMkLst>
        </pc:picChg>
        <pc:picChg chg="del">
          <ac:chgData name="Ziming Huang" userId="f7e8f0f69499c32d" providerId="LiveId" clId="{90777010-5195-4992-B68C-954A1379AD33}" dt="2024-02-01T20:20:22.717" v="51" actId="478"/>
          <ac:picMkLst>
            <pc:docMk/>
            <pc:sldMk cId="2943313656" sldId="557"/>
            <ac:picMk id="16" creationId="{59874BFC-3A23-8FF3-B2B6-37B7730326CC}"/>
          </ac:picMkLst>
        </pc:picChg>
        <pc:picChg chg="add mod">
          <ac:chgData name="Ziming Huang" userId="f7e8f0f69499c32d" providerId="LiveId" clId="{90777010-5195-4992-B68C-954A1379AD33}" dt="2024-02-01T20:24:07.432" v="86" actId="408"/>
          <ac:picMkLst>
            <pc:docMk/>
            <pc:sldMk cId="2943313656" sldId="557"/>
            <ac:picMk id="17" creationId="{7A82E57F-6591-B62A-D4A8-31AEE5C8C826}"/>
          </ac:picMkLst>
        </pc:picChg>
        <pc:picChg chg="del">
          <ac:chgData name="Ziming Huang" userId="f7e8f0f69499c32d" providerId="LiveId" clId="{90777010-5195-4992-B68C-954A1379AD33}" dt="2024-02-01T20:20:22.717" v="51" actId="478"/>
          <ac:picMkLst>
            <pc:docMk/>
            <pc:sldMk cId="2943313656" sldId="557"/>
            <ac:picMk id="18" creationId="{AEF41753-6381-D937-1CBB-AD02A67E2B3F}"/>
          </ac:picMkLst>
        </pc:picChg>
        <pc:picChg chg="del">
          <ac:chgData name="Ziming Huang" userId="f7e8f0f69499c32d" providerId="LiveId" clId="{90777010-5195-4992-B68C-954A1379AD33}" dt="2024-02-01T20:20:22.717" v="51" actId="478"/>
          <ac:picMkLst>
            <pc:docMk/>
            <pc:sldMk cId="2943313656" sldId="557"/>
            <ac:picMk id="20" creationId="{631B9DE5-D5C5-69E5-5930-21C67DE869CC}"/>
          </ac:picMkLst>
        </pc:picChg>
        <pc:picChg chg="add mod">
          <ac:chgData name="Ziming Huang" userId="f7e8f0f69499c32d" providerId="LiveId" clId="{90777010-5195-4992-B68C-954A1379AD33}" dt="2024-02-01T20:24:21.403" v="89" actId="12789"/>
          <ac:picMkLst>
            <pc:docMk/>
            <pc:sldMk cId="2943313656" sldId="557"/>
            <ac:picMk id="21" creationId="{1AEAE380-C212-4287-97C5-0265AF246F21}"/>
          </ac:picMkLst>
        </pc:picChg>
        <pc:picChg chg="del">
          <ac:chgData name="Ziming Huang" userId="f7e8f0f69499c32d" providerId="LiveId" clId="{90777010-5195-4992-B68C-954A1379AD33}" dt="2024-02-01T20:20:22.717" v="51" actId="478"/>
          <ac:picMkLst>
            <pc:docMk/>
            <pc:sldMk cId="2943313656" sldId="557"/>
            <ac:picMk id="22" creationId="{2AD7D8E1-D13E-6374-488A-84980B878569}"/>
          </ac:picMkLst>
        </pc:picChg>
        <pc:picChg chg="add mod">
          <ac:chgData name="Ziming Huang" userId="f7e8f0f69499c32d" providerId="LiveId" clId="{90777010-5195-4992-B68C-954A1379AD33}" dt="2024-02-01T20:23:49.334" v="80" actId="14100"/>
          <ac:picMkLst>
            <pc:docMk/>
            <pc:sldMk cId="2943313656" sldId="557"/>
            <ac:picMk id="24" creationId="{89E587F1-2F62-AC3D-63AC-149E5BA9700D}"/>
          </ac:picMkLst>
        </pc:picChg>
        <pc:picChg chg="add mod">
          <ac:chgData name="Ziming Huang" userId="f7e8f0f69499c32d" providerId="LiveId" clId="{90777010-5195-4992-B68C-954A1379AD33}" dt="2024-02-01T20:23:44.247" v="79" actId="571"/>
          <ac:picMkLst>
            <pc:docMk/>
            <pc:sldMk cId="2943313656" sldId="557"/>
            <ac:picMk id="30" creationId="{21A0ED21-69E6-24E2-EC05-0F34B2E9B860}"/>
          </ac:picMkLst>
        </pc:picChg>
        <pc:picChg chg="add mod">
          <ac:chgData name="Ziming Huang" userId="f7e8f0f69499c32d" providerId="LiveId" clId="{90777010-5195-4992-B68C-954A1379AD33}" dt="2024-02-01T20:23:44.247" v="79" actId="571"/>
          <ac:picMkLst>
            <pc:docMk/>
            <pc:sldMk cId="2943313656" sldId="557"/>
            <ac:picMk id="33" creationId="{18379E4F-ABF2-995A-BF61-548D9A3E0E9B}"/>
          </ac:picMkLst>
        </pc:picChg>
        <pc:picChg chg="add mod">
          <ac:chgData name="Ziming Huang" userId="f7e8f0f69499c32d" providerId="LiveId" clId="{90777010-5195-4992-B68C-954A1379AD33}" dt="2024-02-01T20:24:05.434" v="85" actId="12789"/>
          <ac:picMkLst>
            <pc:docMk/>
            <pc:sldMk cId="2943313656" sldId="557"/>
            <ac:picMk id="34" creationId="{82DB285F-AE89-5D0B-D0FC-7C30DF4C85F8}"/>
          </ac:picMkLst>
        </pc:picChg>
      </pc:sldChg>
      <pc:sldChg chg="addSp delSp modSp add mod">
        <pc:chgData name="Ziming Huang" userId="f7e8f0f69499c32d" providerId="LiveId" clId="{90777010-5195-4992-B68C-954A1379AD33}" dt="2024-02-01T20:35:38.610" v="131" actId="408"/>
        <pc:sldMkLst>
          <pc:docMk/>
          <pc:sldMk cId="2421071574" sldId="558"/>
        </pc:sldMkLst>
        <pc:spChg chg="mod">
          <ac:chgData name="Ziming Huang" userId="f7e8f0f69499c32d" providerId="LiveId" clId="{90777010-5195-4992-B68C-954A1379AD33}" dt="2024-02-01T20:29:58.838" v="92" actId="20577"/>
          <ac:spMkLst>
            <pc:docMk/>
            <pc:sldMk cId="2421071574" sldId="558"/>
            <ac:spMk id="2" creationId="{7AF1FB60-0D5F-9D6F-10BE-1C1797FE6331}"/>
          </ac:spMkLst>
        </pc:spChg>
        <pc:picChg chg="del">
          <ac:chgData name="Ziming Huang" userId="f7e8f0f69499c32d" providerId="LiveId" clId="{90777010-5195-4992-B68C-954A1379AD33}" dt="2024-02-01T20:30:02.984" v="93" actId="478"/>
          <ac:picMkLst>
            <pc:docMk/>
            <pc:sldMk cId="2421071574" sldId="558"/>
            <ac:picMk id="4" creationId="{7D58765C-8A61-F320-4A5D-35E72AF3B890}"/>
          </ac:picMkLst>
        </pc:picChg>
        <pc:picChg chg="add mod">
          <ac:chgData name="Ziming Huang" userId="f7e8f0f69499c32d" providerId="LiveId" clId="{90777010-5195-4992-B68C-954A1379AD33}" dt="2024-02-01T20:35:36.902" v="130" actId="12789"/>
          <ac:picMkLst>
            <pc:docMk/>
            <pc:sldMk cId="2421071574" sldId="558"/>
            <ac:picMk id="5" creationId="{A1BB61A8-7D1C-B316-D16D-E9A47C674296}"/>
          </ac:picMkLst>
        </pc:picChg>
        <pc:picChg chg="add mod">
          <ac:chgData name="Ziming Huang" userId="f7e8f0f69499c32d" providerId="LiveId" clId="{90777010-5195-4992-B68C-954A1379AD33}" dt="2024-02-01T20:35:24.454" v="126" actId="12789"/>
          <ac:picMkLst>
            <pc:docMk/>
            <pc:sldMk cId="2421071574" sldId="558"/>
            <ac:picMk id="7" creationId="{341DAA78-EDA1-7A73-9467-FC889E7DC24F}"/>
          </ac:picMkLst>
        </pc:picChg>
        <pc:picChg chg="add del mod">
          <ac:chgData name="Ziming Huang" userId="f7e8f0f69499c32d" providerId="LiveId" clId="{90777010-5195-4992-B68C-954A1379AD33}" dt="2024-02-01T20:33:32.876" v="106" actId="478"/>
          <ac:picMkLst>
            <pc:docMk/>
            <pc:sldMk cId="2421071574" sldId="558"/>
            <ac:picMk id="12" creationId="{D2F53A45-293E-C90D-76A9-1049ABEE4B14}"/>
          </ac:picMkLst>
        </pc:picChg>
        <pc:picChg chg="del">
          <ac:chgData name="Ziming Huang" userId="f7e8f0f69499c32d" providerId="LiveId" clId="{90777010-5195-4992-B68C-954A1379AD33}" dt="2024-02-01T20:30:02.984" v="93" actId="478"/>
          <ac:picMkLst>
            <pc:docMk/>
            <pc:sldMk cId="2421071574" sldId="558"/>
            <ac:picMk id="13" creationId="{4F9274F5-5797-D881-2162-60C7D0B18FDE}"/>
          </ac:picMkLst>
        </pc:picChg>
        <pc:picChg chg="del">
          <ac:chgData name="Ziming Huang" userId="f7e8f0f69499c32d" providerId="LiveId" clId="{90777010-5195-4992-B68C-954A1379AD33}" dt="2024-02-01T20:30:02.984" v="93" actId="478"/>
          <ac:picMkLst>
            <pc:docMk/>
            <pc:sldMk cId="2421071574" sldId="558"/>
            <ac:picMk id="16" creationId="{66E73908-1A75-3541-9A81-C5F494DA1563}"/>
          </ac:picMkLst>
        </pc:picChg>
        <pc:picChg chg="add mod">
          <ac:chgData name="Ziming Huang" userId="f7e8f0f69499c32d" providerId="LiveId" clId="{90777010-5195-4992-B68C-954A1379AD33}" dt="2024-02-01T20:35:38.610" v="131" actId="408"/>
          <ac:picMkLst>
            <pc:docMk/>
            <pc:sldMk cId="2421071574" sldId="558"/>
            <ac:picMk id="17" creationId="{0B991FF6-6F91-2D04-5532-61C433B9630A}"/>
          </ac:picMkLst>
        </pc:picChg>
        <pc:picChg chg="del">
          <ac:chgData name="Ziming Huang" userId="f7e8f0f69499c32d" providerId="LiveId" clId="{90777010-5195-4992-B68C-954A1379AD33}" dt="2024-02-01T20:30:02.984" v="93" actId="478"/>
          <ac:picMkLst>
            <pc:docMk/>
            <pc:sldMk cId="2421071574" sldId="558"/>
            <ac:picMk id="18" creationId="{46177E74-1F6A-673E-DFFE-171278429606}"/>
          </ac:picMkLst>
        </pc:picChg>
        <pc:picChg chg="del">
          <ac:chgData name="Ziming Huang" userId="f7e8f0f69499c32d" providerId="LiveId" clId="{90777010-5195-4992-B68C-954A1379AD33}" dt="2024-02-01T20:30:02.984" v="93" actId="478"/>
          <ac:picMkLst>
            <pc:docMk/>
            <pc:sldMk cId="2421071574" sldId="558"/>
            <ac:picMk id="20" creationId="{9A3978F8-2490-1772-6AD5-77305D002845}"/>
          </ac:picMkLst>
        </pc:picChg>
        <pc:picChg chg="add mod">
          <ac:chgData name="Ziming Huang" userId="f7e8f0f69499c32d" providerId="LiveId" clId="{90777010-5195-4992-B68C-954A1379AD33}" dt="2024-02-01T20:35:25.744" v="127" actId="408"/>
          <ac:picMkLst>
            <pc:docMk/>
            <pc:sldMk cId="2421071574" sldId="558"/>
            <ac:picMk id="21" creationId="{0FE2DD43-D0BA-9E7B-FA77-53A6FD76330E}"/>
          </ac:picMkLst>
        </pc:picChg>
        <pc:picChg chg="del">
          <ac:chgData name="Ziming Huang" userId="f7e8f0f69499c32d" providerId="LiveId" clId="{90777010-5195-4992-B68C-954A1379AD33}" dt="2024-02-01T20:30:02.984" v="93" actId="478"/>
          <ac:picMkLst>
            <pc:docMk/>
            <pc:sldMk cId="2421071574" sldId="558"/>
            <ac:picMk id="22" creationId="{183265F5-2515-BA31-0717-D1FA072E2747}"/>
          </ac:picMkLst>
        </pc:picChg>
        <pc:picChg chg="add mod">
          <ac:chgData name="Ziming Huang" userId="f7e8f0f69499c32d" providerId="LiveId" clId="{90777010-5195-4992-B68C-954A1379AD33}" dt="2024-02-01T20:35:24.454" v="126" actId="12789"/>
          <ac:picMkLst>
            <pc:docMk/>
            <pc:sldMk cId="2421071574" sldId="558"/>
            <ac:picMk id="24" creationId="{1B1B7622-2BF6-19DB-8A86-CBDF26F32040}"/>
          </ac:picMkLst>
        </pc:picChg>
        <pc:picChg chg="add mod">
          <ac:chgData name="Ziming Huang" userId="f7e8f0f69499c32d" providerId="LiveId" clId="{90777010-5195-4992-B68C-954A1379AD33}" dt="2024-02-01T20:35:36.902" v="130" actId="12789"/>
          <ac:picMkLst>
            <pc:docMk/>
            <pc:sldMk cId="2421071574" sldId="558"/>
            <ac:picMk id="33" creationId="{3BB48FFA-5143-6E8C-9EBB-47FDBC0F8BAA}"/>
          </ac:picMkLst>
        </pc:picChg>
      </pc:sldChg>
      <pc:sldChg chg="add del">
        <pc:chgData name="Ziming Huang" userId="f7e8f0f69499c32d" providerId="LiveId" clId="{90777010-5195-4992-B68C-954A1379AD33}" dt="2024-02-01T20:35:54.557" v="132" actId="47"/>
        <pc:sldMkLst>
          <pc:docMk/>
          <pc:sldMk cId="760449042" sldId="559"/>
        </pc:sldMkLst>
      </pc:sldChg>
      <pc:sldChg chg="add del">
        <pc:chgData name="Ziming Huang" userId="f7e8f0f69499c32d" providerId="LiveId" clId="{90777010-5195-4992-B68C-954A1379AD33}" dt="2024-02-01T20:35:54.557" v="132" actId="47"/>
        <pc:sldMkLst>
          <pc:docMk/>
          <pc:sldMk cId="701669923" sldId="560"/>
        </pc:sldMkLst>
      </pc:sldChg>
      <pc:sldChg chg="add del">
        <pc:chgData name="Ziming Huang" userId="f7e8f0f69499c32d" providerId="LiveId" clId="{90777010-5195-4992-B68C-954A1379AD33}" dt="2024-02-01T20:35:54.557" v="132" actId="47"/>
        <pc:sldMkLst>
          <pc:docMk/>
          <pc:sldMk cId="3987982577" sldId="561"/>
        </pc:sldMkLst>
      </pc:sldChg>
      <pc:sldChg chg="add del">
        <pc:chgData name="Ziming Huang" userId="f7e8f0f69499c32d" providerId="LiveId" clId="{90777010-5195-4992-B68C-954A1379AD33}" dt="2024-02-01T20:35:54.557" v="132" actId="47"/>
        <pc:sldMkLst>
          <pc:docMk/>
          <pc:sldMk cId="1792735855" sldId="562"/>
        </pc:sldMkLst>
      </pc:sldChg>
    </pc:docChg>
  </pc:docChgLst>
  <pc:docChgLst>
    <pc:chgData name="Ziming Huang" userId="f7e8f0f69499c32d" providerId="LiveId" clId="{5EEDC1D7-328B-484E-9F06-481891F09B47}"/>
    <pc:docChg chg="undo custSel addSld delSld modSld">
      <pc:chgData name="Ziming Huang" userId="f7e8f0f69499c32d" providerId="LiveId" clId="{5EEDC1D7-328B-484E-9F06-481891F09B47}" dt="2024-03-21T21:53:51.829" v="444"/>
      <pc:docMkLst>
        <pc:docMk/>
      </pc:docMkLst>
      <pc:sldChg chg="modNotesTx">
        <pc:chgData name="Ziming Huang" userId="f7e8f0f69499c32d" providerId="LiveId" clId="{5EEDC1D7-328B-484E-9F06-481891F09B47}" dt="2024-03-21T21:52:01.771" v="438"/>
        <pc:sldMkLst>
          <pc:docMk/>
          <pc:sldMk cId="4278401517" sldId="630"/>
        </pc:sldMkLst>
      </pc:sldChg>
      <pc:sldChg chg="addSp delSp modSp mod">
        <pc:chgData name="Ziming Huang" userId="f7e8f0f69499c32d" providerId="LiveId" clId="{5EEDC1D7-328B-484E-9F06-481891F09B47}" dt="2024-03-21T19:58:35.158" v="196" actId="465"/>
        <pc:sldMkLst>
          <pc:docMk/>
          <pc:sldMk cId="1987612939" sldId="632"/>
        </pc:sldMkLst>
        <pc:picChg chg="add del mod ord">
          <ac:chgData name="Ziming Huang" userId="f7e8f0f69499c32d" providerId="LiveId" clId="{5EEDC1D7-328B-484E-9F06-481891F09B47}" dt="2024-03-21T19:55:45.366" v="164" actId="478"/>
          <ac:picMkLst>
            <pc:docMk/>
            <pc:sldMk cId="1987612939" sldId="632"/>
            <ac:picMk id="4" creationId="{05BCB91E-D5F0-75DC-00D7-F39F8785C106}"/>
          </ac:picMkLst>
        </pc:picChg>
        <pc:picChg chg="del">
          <ac:chgData name="Ziming Huang" userId="f7e8f0f69499c32d" providerId="LiveId" clId="{5EEDC1D7-328B-484E-9F06-481891F09B47}" dt="2024-03-21T19:58:05.554" v="187" actId="478"/>
          <ac:picMkLst>
            <pc:docMk/>
            <pc:sldMk cId="1987612939" sldId="632"/>
            <ac:picMk id="6" creationId="{00000000-0000-0000-0000-000000000000}"/>
          </ac:picMkLst>
        </pc:picChg>
        <pc:picChg chg="add mod">
          <ac:chgData name="Ziming Huang" userId="f7e8f0f69499c32d" providerId="LiveId" clId="{5EEDC1D7-328B-484E-9F06-481891F09B47}" dt="2024-03-21T19:58:35.158" v="196" actId="465"/>
          <ac:picMkLst>
            <pc:docMk/>
            <pc:sldMk cId="1987612939" sldId="632"/>
            <ac:picMk id="7" creationId="{50098915-FF4B-094F-EA94-96529835E08A}"/>
          </ac:picMkLst>
        </pc:picChg>
      </pc:sldChg>
      <pc:sldChg chg="addSp delSp modSp mod">
        <pc:chgData name="Ziming Huang" userId="f7e8f0f69499c32d" providerId="LiveId" clId="{5EEDC1D7-328B-484E-9F06-481891F09B47}" dt="2024-03-21T19:58:54.726" v="198" actId="12788"/>
        <pc:sldMkLst>
          <pc:docMk/>
          <pc:sldMk cId="2434920812" sldId="633"/>
        </pc:sldMkLst>
        <pc:picChg chg="add del mod ord">
          <ac:chgData name="Ziming Huang" userId="f7e8f0f69499c32d" providerId="LiveId" clId="{5EEDC1D7-328B-484E-9F06-481891F09B47}" dt="2024-03-21T19:56:06.315" v="166" actId="478"/>
          <ac:picMkLst>
            <pc:docMk/>
            <pc:sldMk cId="2434920812" sldId="633"/>
            <ac:picMk id="4" creationId="{E90A3BFF-928D-69AF-3BD5-5F41A092D34B}"/>
          </ac:picMkLst>
        </pc:picChg>
        <pc:picChg chg="add mod ord">
          <ac:chgData name="Ziming Huang" userId="f7e8f0f69499c32d" providerId="LiveId" clId="{5EEDC1D7-328B-484E-9F06-481891F09B47}" dt="2024-03-21T19:58:54.726" v="198" actId="12788"/>
          <ac:picMkLst>
            <pc:docMk/>
            <pc:sldMk cId="2434920812" sldId="633"/>
            <ac:picMk id="6" creationId="{9D1100DE-BF2E-09D8-0509-1F46B5E82786}"/>
          </ac:picMkLst>
        </pc:picChg>
      </pc:sldChg>
      <pc:sldChg chg="addSp delSp modSp mod">
        <pc:chgData name="Ziming Huang" userId="f7e8f0f69499c32d" providerId="LiveId" clId="{5EEDC1D7-328B-484E-9F06-481891F09B47}" dt="2024-03-21T19:59:04.391" v="201" actId="465"/>
        <pc:sldMkLst>
          <pc:docMk/>
          <pc:sldMk cId="959276914" sldId="634"/>
        </pc:sldMkLst>
        <pc:picChg chg="add del mod ord modCrop">
          <ac:chgData name="Ziming Huang" userId="f7e8f0f69499c32d" providerId="LiveId" clId="{5EEDC1D7-328B-484E-9F06-481891F09B47}" dt="2024-03-21T19:56:32.990" v="168" actId="478"/>
          <ac:picMkLst>
            <pc:docMk/>
            <pc:sldMk cId="959276914" sldId="634"/>
            <ac:picMk id="4" creationId="{7E8EBFAF-7EB3-9CBB-F745-E241AEF2D85D}"/>
          </ac:picMkLst>
        </pc:picChg>
        <pc:picChg chg="add mod">
          <ac:chgData name="Ziming Huang" userId="f7e8f0f69499c32d" providerId="LiveId" clId="{5EEDC1D7-328B-484E-9F06-481891F09B47}" dt="2024-03-21T19:59:04.391" v="201" actId="465"/>
          <ac:picMkLst>
            <pc:docMk/>
            <pc:sldMk cId="959276914" sldId="634"/>
            <ac:picMk id="6" creationId="{B62784E9-CE0D-15B4-B6B7-8D1694BADCB4}"/>
          </ac:picMkLst>
        </pc:picChg>
      </pc:sldChg>
      <pc:sldChg chg="addSp delSp modSp mod">
        <pc:chgData name="Ziming Huang" userId="f7e8f0f69499c32d" providerId="LiveId" clId="{5EEDC1D7-328B-484E-9F06-481891F09B47}" dt="2024-03-21T19:59:16.410" v="206" actId="465"/>
        <pc:sldMkLst>
          <pc:docMk/>
          <pc:sldMk cId="700150832" sldId="635"/>
        </pc:sldMkLst>
        <pc:picChg chg="add del mod ord">
          <ac:chgData name="Ziming Huang" userId="f7e8f0f69499c32d" providerId="LiveId" clId="{5EEDC1D7-328B-484E-9F06-481891F09B47}" dt="2024-03-21T19:56:52.021" v="170" actId="478"/>
          <ac:picMkLst>
            <pc:docMk/>
            <pc:sldMk cId="700150832" sldId="635"/>
            <ac:picMk id="4" creationId="{08BD87E8-CEAB-81BE-BBD4-6BFF8FF25245}"/>
          </ac:picMkLst>
        </pc:picChg>
        <pc:picChg chg="add mod">
          <ac:chgData name="Ziming Huang" userId="f7e8f0f69499c32d" providerId="LiveId" clId="{5EEDC1D7-328B-484E-9F06-481891F09B47}" dt="2024-03-21T19:59:16.410" v="206" actId="465"/>
          <ac:picMkLst>
            <pc:docMk/>
            <pc:sldMk cId="700150832" sldId="635"/>
            <ac:picMk id="6" creationId="{7B1FF667-2C4E-24BD-3BF6-91EF8FD3D229}"/>
          </ac:picMkLst>
        </pc:picChg>
        <pc:picChg chg="add del mod">
          <ac:chgData name="Ziming Huang" userId="f7e8f0f69499c32d" providerId="LiveId" clId="{5EEDC1D7-328B-484E-9F06-481891F09B47}" dt="2024-03-21T19:57:21.891" v="176" actId="478"/>
          <ac:picMkLst>
            <pc:docMk/>
            <pc:sldMk cId="700150832" sldId="635"/>
            <ac:picMk id="9" creationId="{0547486D-465F-1BD5-CB7E-104EE2EE9C56}"/>
          </ac:picMkLst>
        </pc:picChg>
      </pc:sldChg>
      <pc:sldChg chg="addSp delSp modSp mod delCm modNotesTx">
        <pc:chgData name="Ziming Huang" userId="f7e8f0f69499c32d" providerId="LiveId" clId="{5EEDC1D7-328B-484E-9F06-481891F09B47}" dt="2024-03-21T21:52:53.752" v="439" actId="6549"/>
        <pc:sldMkLst>
          <pc:docMk/>
          <pc:sldMk cId="2841248108" sldId="636"/>
        </pc:sldMkLst>
        <pc:spChg chg="add del">
          <ac:chgData name="Ziming Huang" userId="f7e8f0f69499c32d" providerId="LiveId" clId="{5EEDC1D7-328B-484E-9F06-481891F09B47}" dt="2024-03-21T19:45:09.763" v="98" actId="478"/>
          <ac:spMkLst>
            <pc:docMk/>
            <pc:sldMk cId="2841248108" sldId="636"/>
            <ac:spMk id="2" creationId="{00000000-0000-0000-0000-000000000000}"/>
          </ac:spMkLst>
        </pc:spChg>
        <pc:graphicFrameChg chg="add del mod modGraphic">
          <ac:chgData name="Ziming Huang" userId="f7e8f0f69499c32d" providerId="LiveId" clId="{5EEDC1D7-328B-484E-9F06-481891F09B47}" dt="2024-03-21T19:45:12.533" v="102" actId="1076"/>
          <ac:graphicFrameMkLst>
            <pc:docMk/>
            <pc:sldMk cId="2841248108" sldId="636"/>
            <ac:graphicFrameMk id="9" creationId="{9CC0EBDD-0164-A846-3F54-D825C5DCEEAE}"/>
          </ac:graphicFrameMkLst>
        </pc:graphicFrameChg>
        <pc:graphicFrameChg chg="add del mod">
          <ac:chgData name="Ziming Huang" userId="f7e8f0f69499c32d" providerId="LiveId" clId="{5EEDC1D7-328B-484E-9F06-481891F09B47}" dt="2024-03-21T19:45:08.074" v="94" actId="1076"/>
          <ac:graphicFrameMkLst>
            <pc:docMk/>
            <pc:sldMk cId="2841248108" sldId="636"/>
            <ac:graphicFrameMk id="12" creationId="{7E89AF70-716A-4162-F68C-96BC5F6095D3}"/>
          </ac:graphicFrameMkLst>
        </pc:graphicFrameChg>
        <pc:graphicFrameChg chg="add mod">
          <ac:chgData name="Ziming Huang" userId="f7e8f0f69499c32d" providerId="LiveId" clId="{5EEDC1D7-328B-484E-9F06-481891F09B47}" dt="2024-03-21T19:44:59.849" v="90"/>
          <ac:graphicFrameMkLst>
            <pc:docMk/>
            <pc:sldMk cId="2841248108" sldId="636"/>
            <ac:graphicFrameMk id="13" creationId="{B2C826D9-49BB-3375-EAE6-DAB9F5109CDE}"/>
          </ac:graphicFrameMkLst>
        </pc:graphicFrameChg>
        <pc:graphicFrameChg chg="del">
          <ac:chgData name="Ziming Huang" userId="f7e8f0f69499c32d" providerId="LiveId" clId="{5EEDC1D7-328B-484E-9F06-481891F09B47}" dt="2024-03-21T11:01:43.936" v="61" actId="478"/>
          <ac:graphicFrameMkLst>
            <pc:docMk/>
            <pc:sldMk cId="2841248108" sldId="636"/>
            <ac:graphicFrameMk id="16" creationId="{00000000-0000-0000-0000-000000000000}"/>
          </ac:graphicFrameMkLst>
        </pc:graphicFrameChg>
        <pc:picChg chg="del">
          <ac:chgData name="Ziming Huang" userId="f7e8f0f69499c32d" providerId="LiveId" clId="{5EEDC1D7-328B-484E-9F06-481891F09B47}" dt="2024-03-21T11:01:33.123" v="57" actId="478"/>
          <ac:picMkLst>
            <pc:docMk/>
            <pc:sldMk cId="2841248108" sldId="636"/>
            <ac:picMk id="4" creationId="{00000000-0000-0000-0000-000000000000}"/>
          </ac:picMkLst>
        </pc:picChg>
        <pc:picChg chg="add mod modCrop">
          <ac:chgData name="Ziming Huang" userId="f7e8f0f69499c32d" providerId="LiveId" clId="{5EEDC1D7-328B-484E-9F06-481891F09B47}" dt="2024-03-21T19:45:13.867" v="103" actId="14100"/>
          <ac:picMkLst>
            <pc:docMk/>
            <pc:sldMk cId="2841248108" sldId="636"/>
            <ac:picMk id="5" creationId="{AC559F24-185D-3DB4-666B-79E60FBE7681}"/>
          </ac:picMkLst>
        </pc:picChg>
        <pc:picChg chg="add mod">
          <ac:chgData name="Ziming Huang" userId="f7e8f0f69499c32d" providerId="LiveId" clId="{5EEDC1D7-328B-484E-9F06-481891F09B47}" dt="2024-03-21T19:45:12.136" v="101" actId="1076"/>
          <ac:picMkLst>
            <pc:docMk/>
            <pc:sldMk cId="2841248108" sldId="636"/>
            <ac:picMk id="7" creationId="{DE0F2894-C35D-B69E-C5B3-121F1F6139F6}"/>
          </ac:picMkLst>
        </pc:picChg>
        <pc:picChg chg="del mod">
          <ac:chgData name="Ziming Huang" userId="f7e8f0f69499c32d" providerId="LiveId" clId="{5EEDC1D7-328B-484E-9F06-481891F09B47}" dt="2024-03-21T11:02:34.970" v="68" actId="478"/>
          <ac:picMkLst>
            <pc:docMk/>
            <pc:sldMk cId="2841248108" sldId="636"/>
            <ac:picMk id="17" creationId="{00000000-0000-0000-0000-000000000000}"/>
          </ac:picMkLst>
        </pc:picChg>
      </pc:sldChg>
      <pc:sldChg chg="addSp delSp modSp add mod modNotesTx">
        <pc:chgData name="Ziming Huang" userId="f7e8f0f69499c32d" providerId="LiveId" clId="{5EEDC1D7-328B-484E-9F06-481891F09B47}" dt="2024-03-21T21:53:24.760" v="443" actId="20577"/>
        <pc:sldMkLst>
          <pc:docMk/>
          <pc:sldMk cId="3756974329" sldId="637"/>
        </pc:sldMkLst>
        <pc:spChg chg="del">
          <ac:chgData name="Ziming Huang" userId="f7e8f0f69499c32d" providerId="LiveId" clId="{5EEDC1D7-328B-484E-9F06-481891F09B47}" dt="2024-03-21T19:48:16.634" v="129" actId="478"/>
          <ac:spMkLst>
            <pc:docMk/>
            <pc:sldMk cId="3756974329" sldId="637"/>
            <ac:spMk id="2" creationId="{00000000-0000-0000-0000-000000000000}"/>
          </ac:spMkLst>
        </pc:spChg>
        <pc:graphicFrameChg chg="add mod modGraphic">
          <ac:chgData name="Ziming Huang" userId="f7e8f0f69499c32d" providerId="LiveId" clId="{5EEDC1D7-328B-484E-9F06-481891F09B47}" dt="2024-03-21T21:53:24.760" v="443" actId="20577"/>
          <ac:graphicFrameMkLst>
            <pc:docMk/>
            <pc:sldMk cId="3756974329" sldId="637"/>
            <ac:graphicFrameMk id="3" creationId="{45DD5705-8127-721A-7488-944BC366F27C}"/>
          </ac:graphicFrameMkLst>
        </pc:graphicFrameChg>
        <pc:picChg chg="mod">
          <ac:chgData name="Ziming Huang" userId="f7e8f0f69499c32d" providerId="LiveId" clId="{5EEDC1D7-328B-484E-9F06-481891F09B47}" dt="2024-03-21T19:48:18.962" v="130" actId="1076"/>
          <ac:picMkLst>
            <pc:docMk/>
            <pc:sldMk cId="3756974329" sldId="637"/>
            <ac:picMk id="5" creationId="{AC559F24-185D-3DB4-666B-79E60FBE7681}"/>
          </ac:picMkLst>
        </pc:picChg>
        <pc:picChg chg="mod ord">
          <ac:chgData name="Ziming Huang" userId="f7e8f0f69499c32d" providerId="LiveId" clId="{5EEDC1D7-328B-484E-9F06-481891F09B47}" dt="2024-03-21T19:48:37.377" v="135" actId="167"/>
          <ac:picMkLst>
            <pc:docMk/>
            <pc:sldMk cId="3756974329" sldId="637"/>
            <ac:picMk id="7" creationId="{DE0F2894-C35D-B69E-C5B3-121F1F6139F6}"/>
          </ac:picMkLst>
        </pc:picChg>
      </pc:sldChg>
      <pc:sldChg chg="add del">
        <pc:chgData name="Ziming Huang" userId="f7e8f0f69499c32d" providerId="LiveId" clId="{5EEDC1D7-328B-484E-9F06-481891F09B47}" dt="2024-03-21T19:45:22.726" v="108"/>
        <pc:sldMkLst>
          <pc:docMk/>
          <pc:sldMk cId="1028001706" sldId="638"/>
        </pc:sldMkLst>
      </pc:sldChg>
      <pc:sldChg chg="add del">
        <pc:chgData name="Ziming Huang" userId="f7e8f0f69499c32d" providerId="LiveId" clId="{5EEDC1D7-328B-484E-9F06-481891F09B47}" dt="2024-03-21T19:45:19.937" v="106"/>
        <pc:sldMkLst>
          <pc:docMk/>
          <pc:sldMk cId="2004642263" sldId="638"/>
        </pc:sldMkLst>
      </pc:sldChg>
      <pc:sldChg chg="delSp modSp add mod">
        <pc:chgData name="Ziming Huang" userId="f7e8f0f69499c32d" providerId="LiveId" clId="{5EEDC1D7-328B-484E-9F06-481891F09B47}" dt="2024-03-21T19:59:40.637" v="213" actId="12788"/>
        <pc:sldMkLst>
          <pc:docMk/>
          <pc:sldMk cId="2240226024" sldId="638"/>
        </pc:sldMkLst>
        <pc:picChg chg="del">
          <ac:chgData name="Ziming Huang" userId="f7e8f0f69499c32d" providerId="LiveId" clId="{5EEDC1D7-328B-484E-9F06-481891F09B47}" dt="2024-03-21T19:57:23.858" v="177" actId="478"/>
          <ac:picMkLst>
            <pc:docMk/>
            <pc:sldMk cId="2240226024" sldId="638"/>
            <ac:picMk id="6" creationId="{7B1FF667-2C4E-24BD-3BF6-91EF8FD3D229}"/>
          </ac:picMkLst>
        </pc:picChg>
        <pc:picChg chg="mod">
          <ac:chgData name="Ziming Huang" userId="f7e8f0f69499c32d" providerId="LiveId" clId="{5EEDC1D7-328B-484E-9F06-481891F09B47}" dt="2024-03-21T19:59:40.637" v="213" actId="12788"/>
          <ac:picMkLst>
            <pc:docMk/>
            <pc:sldMk cId="2240226024" sldId="638"/>
            <ac:picMk id="9" creationId="{0547486D-465F-1BD5-CB7E-104EE2EE9C56}"/>
          </ac:picMkLst>
        </pc:picChg>
      </pc:sldChg>
      <pc:sldChg chg="addSp delSp modSp add mod">
        <pc:chgData name="Ziming Huang" userId="f7e8f0f69499c32d" providerId="LiveId" clId="{5EEDC1D7-328B-484E-9F06-481891F09B47}" dt="2024-03-21T20:00:02.388" v="216" actId="465"/>
        <pc:sldMkLst>
          <pc:docMk/>
          <pc:sldMk cId="277208724" sldId="639"/>
        </pc:sldMkLst>
        <pc:picChg chg="add mod">
          <ac:chgData name="Ziming Huang" userId="f7e8f0f69499c32d" providerId="LiveId" clId="{5EEDC1D7-328B-484E-9F06-481891F09B47}" dt="2024-03-21T20:00:02.388" v="216" actId="465"/>
          <ac:picMkLst>
            <pc:docMk/>
            <pc:sldMk cId="277208724" sldId="639"/>
            <ac:picMk id="4" creationId="{A7FABDDC-3F3C-795D-32D0-40623E257BF3}"/>
          </ac:picMkLst>
        </pc:picChg>
        <pc:picChg chg="del">
          <ac:chgData name="Ziming Huang" userId="f7e8f0f69499c32d" providerId="LiveId" clId="{5EEDC1D7-328B-484E-9F06-481891F09B47}" dt="2024-03-21T19:57:26.889" v="178" actId="478"/>
          <ac:picMkLst>
            <pc:docMk/>
            <pc:sldMk cId="277208724" sldId="639"/>
            <ac:picMk id="6" creationId="{7B1FF667-2C4E-24BD-3BF6-91EF8FD3D229}"/>
          </ac:picMkLst>
        </pc:picChg>
        <pc:picChg chg="del">
          <ac:chgData name="Ziming Huang" userId="f7e8f0f69499c32d" providerId="LiveId" clId="{5EEDC1D7-328B-484E-9F06-481891F09B47}" dt="2024-03-21T19:57:26.889" v="178" actId="478"/>
          <ac:picMkLst>
            <pc:docMk/>
            <pc:sldMk cId="277208724" sldId="639"/>
            <ac:picMk id="9" creationId="{0547486D-465F-1BD5-CB7E-104EE2EE9C56}"/>
          </ac:picMkLst>
        </pc:picChg>
      </pc:sldChg>
      <pc:sldChg chg="addSp delSp modSp add mod">
        <pc:chgData name="Ziming Huang" userId="f7e8f0f69499c32d" providerId="LiveId" clId="{5EEDC1D7-328B-484E-9F06-481891F09B47}" dt="2024-03-21T20:10:15.369" v="287" actId="465"/>
        <pc:sldMkLst>
          <pc:docMk/>
          <pc:sldMk cId="406782391" sldId="640"/>
        </pc:sldMkLst>
        <pc:spChg chg="mod">
          <ac:chgData name="Ziming Huang" userId="f7e8f0f69499c32d" providerId="LiveId" clId="{5EEDC1D7-328B-484E-9F06-481891F09B47}" dt="2024-03-21T20:07:04.667" v="271" actId="313"/>
          <ac:spMkLst>
            <pc:docMk/>
            <pc:sldMk cId="406782391" sldId="640"/>
            <ac:spMk id="2" creationId="{00000000-0000-0000-0000-000000000000}"/>
          </ac:spMkLst>
        </pc:spChg>
        <pc:grpChg chg="del">
          <ac:chgData name="Ziming Huang" userId="f7e8f0f69499c32d" providerId="LiveId" clId="{5EEDC1D7-328B-484E-9F06-481891F09B47}" dt="2024-03-21T20:07:33.643" v="279" actId="478"/>
          <ac:grpSpMkLst>
            <pc:docMk/>
            <pc:sldMk cId="406782391" sldId="640"/>
            <ac:grpSpMk id="12" creationId="{00000000-0000-0000-0000-000000000000}"/>
          </ac:grpSpMkLst>
        </pc:grpChg>
        <pc:grpChg chg="add mod">
          <ac:chgData name="Ziming Huang" userId="f7e8f0f69499c32d" providerId="LiveId" clId="{5EEDC1D7-328B-484E-9F06-481891F09B47}" dt="2024-03-21T20:10:15.369" v="287" actId="465"/>
          <ac:grpSpMkLst>
            <pc:docMk/>
            <pc:sldMk cId="406782391" sldId="640"/>
            <ac:grpSpMk id="13" creationId="{E6114F2A-36A8-A263-9C2D-5B7620FC6112}"/>
          </ac:grpSpMkLst>
        </pc:grpChg>
        <pc:picChg chg="add mod">
          <ac:chgData name="Ziming Huang" userId="f7e8f0f69499c32d" providerId="LiveId" clId="{5EEDC1D7-328B-484E-9F06-481891F09B47}" dt="2024-03-21T20:10:07.855" v="286" actId="164"/>
          <ac:picMkLst>
            <pc:docMk/>
            <pc:sldMk cId="406782391" sldId="640"/>
            <ac:picMk id="4" creationId="{DD303D4F-497B-A22D-CDB8-3B65118828B8}"/>
          </ac:picMkLst>
        </pc:picChg>
        <pc:picChg chg="add mod">
          <ac:chgData name="Ziming Huang" userId="f7e8f0f69499c32d" providerId="LiveId" clId="{5EEDC1D7-328B-484E-9F06-481891F09B47}" dt="2024-03-21T20:10:07.855" v="286" actId="164"/>
          <ac:picMkLst>
            <pc:docMk/>
            <pc:sldMk cId="406782391" sldId="640"/>
            <ac:picMk id="6" creationId="{1434D552-CF8D-CB6B-47DA-50D5480B108C}"/>
          </ac:picMkLst>
        </pc:picChg>
      </pc:sldChg>
      <pc:sldChg chg="addSp delSp modSp add mod">
        <pc:chgData name="Ziming Huang" userId="f7e8f0f69499c32d" providerId="LiveId" clId="{5EEDC1D7-328B-484E-9F06-481891F09B47}" dt="2024-03-21T21:22:48.461" v="306" actId="12788"/>
        <pc:sldMkLst>
          <pc:docMk/>
          <pc:sldMk cId="2775892665" sldId="641"/>
        </pc:sldMkLst>
        <pc:spChg chg="mod">
          <ac:chgData name="Ziming Huang" userId="f7e8f0f69499c32d" providerId="LiveId" clId="{5EEDC1D7-328B-484E-9F06-481891F09B47}" dt="2024-03-21T20:07:07.953" v="272" actId="313"/>
          <ac:spMkLst>
            <pc:docMk/>
            <pc:sldMk cId="2775892665" sldId="641"/>
            <ac:spMk id="2" creationId="{00000000-0000-0000-0000-000000000000}"/>
          </ac:spMkLst>
        </pc:spChg>
        <pc:picChg chg="add mod">
          <ac:chgData name="Ziming Huang" userId="f7e8f0f69499c32d" providerId="LiveId" clId="{5EEDC1D7-328B-484E-9F06-481891F09B47}" dt="2024-03-21T21:22:48.461" v="306" actId="12788"/>
          <ac:picMkLst>
            <pc:docMk/>
            <pc:sldMk cId="2775892665" sldId="641"/>
            <ac:picMk id="5" creationId="{EE2F66FC-93E3-6D22-4232-DCF312FABAEE}"/>
          </ac:picMkLst>
        </pc:picChg>
        <pc:picChg chg="del">
          <ac:chgData name="Ziming Huang" userId="f7e8f0f69499c32d" providerId="LiveId" clId="{5EEDC1D7-328B-484E-9F06-481891F09B47}" dt="2024-03-21T21:15:31.448" v="288" actId="478"/>
          <ac:picMkLst>
            <pc:docMk/>
            <pc:sldMk cId="2775892665" sldId="641"/>
            <ac:picMk id="7" creationId="{50098915-FF4B-094F-EA94-96529835E08A}"/>
          </ac:picMkLst>
        </pc:picChg>
      </pc:sldChg>
      <pc:sldChg chg="addSp delSp modSp add mod">
        <pc:chgData name="Ziming Huang" userId="f7e8f0f69499c32d" providerId="LiveId" clId="{5EEDC1D7-328B-484E-9F06-481891F09B47}" dt="2024-03-21T21:22:58.203" v="310" actId="465"/>
        <pc:sldMkLst>
          <pc:docMk/>
          <pc:sldMk cId="984808130" sldId="642"/>
        </pc:sldMkLst>
        <pc:spChg chg="mod">
          <ac:chgData name="Ziming Huang" userId="f7e8f0f69499c32d" providerId="LiveId" clId="{5EEDC1D7-328B-484E-9F06-481891F09B47}" dt="2024-03-21T20:07:18.848" v="273" actId="313"/>
          <ac:spMkLst>
            <pc:docMk/>
            <pc:sldMk cId="984808130" sldId="642"/>
            <ac:spMk id="2" creationId="{00000000-0000-0000-0000-000000000000}"/>
          </ac:spMkLst>
        </pc:spChg>
        <pc:picChg chg="add mod">
          <ac:chgData name="Ziming Huang" userId="f7e8f0f69499c32d" providerId="LiveId" clId="{5EEDC1D7-328B-484E-9F06-481891F09B47}" dt="2024-03-21T21:22:58.203" v="310" actId="465"/>
          <ac:picMkLst>
            <pc:docMk/>
            <pc:sldMk cId="984808130" sldId="642"/>
            <ac:picMk id="4" creationId="{65741F1F-12B4-98A7-AC9C-3EEE94EBB2EF}"/>
          </ac:picMkLst>
        </pc:picChg>
        <pc:picChg chg="del">
          <ac:chgData name="Ziming Huang" userId="f7e8f0f69499c32d" providerId="LiveId" clId="{5EEDC1D7-328B-484E-9F06-481891F09B47}" dt="2024-03-21T21:15:32.784" v="289" actId="478"/>
          <ac:picMkLst>
            <pc:docMk/>
            <pc:sldMk cId="984808130" sldId="642"/>
            <ac:picMk id="6" creationId="{9D1100DE-BF2E-09D8-0509-1F46B5E82786}"/>
          </ac:picMkLst>
        </pc:picChg>
      </pc:sldChg>
      <pc:sldChg chg="addSp delSp modSp add mod">
        <pc:chgData name="Ziming Huang" userId="f7e8f0f69499c32d" providerId="LiveId" clId="{5EEDC1D7-328B-484E-9F06-481891F09B47}" dt="2024-03-21T21:23:07.914" v="314" actId="465"/>
        <pc:sldMkLst>
          <pc:docMk/>
          <pc:sldMk cId="3779506822" sldId="643"/>
        </pc:sldMkLst>
        <pc:spChg chg="mod">
          <ac:chgData name="Ziming Huang" userId="f7e8f0f69499c32d" providerId="LiveId" clId="{5EEDC1D7-328B-484E-9F06-481891F09B47}" dt="2024-03-21T20:07:20.474" v="274" actId="313"/>
          <ac:spMkLst>
            <pc:docMk/>
            <pc:sldMk cId="3779506822" sldId="643"/>
            <ac:spMk id="2" creationId="{00000000-0000-0000-0000-000000000000}"/>
          </ac:spMkLst>
        </pc:spChg>
        <pc:picChg chg="add del">
          <ac:chgData name="Ziming Huang" userId="f7e8f0f69499c32d" providerId="LiveId" clId="{5EEDC1D7-328B-484E-9F06-481891F09B47}" dt="2024-03-21T21:21:25.370" v="299" actId="478"/>
          <ac:picMkLst>
            <pc:docMk/>
            <pc:sldMk cId="3779506822" sldId="643"/>
            <ac:picMk id="4" creationId="{10CB5CCF-4D1A-6EA1-3CFF-EB2E7487A9F3}"/>
          </ac:picMkLst>
        </pc:picChg>
        <pc:picChg chg="del">
          <ac:chgData name="Ziming Huang" userId="f7e8f0f69499c32d" providerId="LiveId" clId="{5EEDC1D7-328B-484E-9F06-481891F09B47}" dt="2024-03-21T21:15:34.151" v="290" actId="478"/>
          <ac:picMkLst>
            <pc:docMk/>
            <pc:sldMk cId="3779506822" sldId="643"/>
            <ac:picMk id="6" creationId="{B62784E9-CE0D-15B4-B6B7-8D1694BADCB4}"/>
          </ac:picMkLst>
        </pc:picChg>
        <pc:picChg chg="add mod">
          <ac:chgData name="Ziming Huang" userId="f7e8f0f69499c32d" providerId="LiveId" clId="{5EEDC1D7-328B-484E-9F06-481891F09B47}" dt="2024-03-21T21:23:07.914" v="314" actId="465"/>
          <ac:picMkLst>
            <pc:docMk/>
            <pc:sldMk cId="3779506822" sldId="643"/>
            <ac:picMk id="7" creationId="{0BB87E02-725F-F1E4-BD60-C64906C3AB5A}"/>
          </ac:picMkLst>
        </pc:picChg>
      </pc:sldChg>
      <pc:sldChg chg="addSp delSp modSp add mod">
        <pc:chgData name="Ziming Huang" userId="f7e8f0f69499c32d" providerId="LiveId" clId="{5EEDC1D7-328B-484E-9F06-481891F09B47}" dt="2024-03-21T21:23:20.074" v="320" actId="465"/>
        <pc:sldMkLst>
          <pc:docMk/>
          <pc:sldMk cId="1148145447" sldId="644"/>
        </pc:sldMkLst>
        <pc:spChg chg="mod">
          <ac:chgData name="Ziming Huang" userId="f7e8f0f69499c32d" providerId="LiveId" clId="{5EEDC1D7-328B-484E-9F06-481891F09B47}" dt="2024-03-21T20:07:21.072" v="275" actId="313"/>
          <ac:spMkLst>
            <pc:docMk/>
            <pc:sldMk cId="1148145447" sldId="644"/>
            <ac:spMk id="2" creationId="{00000000-0000-0000-0000-000000000000}"/>
          </ac:spMkLst>
        </pc:spChg>
        <pc:picChg chg="add mod">
          <ac:chgData name="Ziming Huang" userId="f7e8f0f69499c32d" providerId="LiveId" clId="{5EEDC1D7-328B-484E-9F06-481891F09B47}" dt="2024-03-21T21:23:20.074" v="320" actId="465"/>
          <ac:picMkLst>
            <pc:docMk/>
            <pc:sldMk cId="1148145447" sldId="644"/>
            <ac:picMk id="4" creationId="{31921E0B-70F6-92D5-A7EA-5C5E0A7CCCE8}"/>
          </ac:picMkLst>
        </pc:picChg>
        <pc:picChg chg="del">
          <ac:chgData name="Ziming Huang" userId="f7e8f0f69499c32d" providerId="LiveId" clId="{5EEDC1D7-328B-484E-9F06-481891F09B47}" dt="2024-03-21T21:15:35.349" v="291" actId="478"/>
          <ac:picMkLst>
            <pc:docMk/>
            <pc:sldMk cId="1148145447" sldId="644"/>
            <ac:picMk id="6" creationId="{7B1FF667-2C4E-24BD-3BF6-91EF8FD3D229}"/>
          </ac:picMkLst>
        </pc:picChg>
      </pc:sldChg>
      <pc:sldChg chg="addSp delSp modSp add mod">
        <pc:chgData name="Ziming Huang" userId="f7e8f0f69499c32d" providerId="LiveId" clId="{5EEDC1D7-328B-484E-9F06-481891F09B47}" dt="2024-03-21T21:23:30.530" v="324" actId="465"/>
        <pc:sldMkLst>
          <pc:docMk/>
          <pc:sldMk cId="2133583515" sldId="645"/>
        </pc:sldMkLst>
        <pc:spChg chg="mod">
          <ac:chgData name="Ziming Huang" userId="f7e8f0f69499c32d" providerId="LiveId" clId="{5EEDC1D7-328B-484E-9F06-481891F09B47}" dt="2024-03-21T20:07:21.682" v="276" actId="313"/>
          <ac:spMkLst>
            <pc:docMk/>
            <pc:sldMk cId="2133583515" sldId="645"/>
            <ac:spMk id="2" creationId="{00000000-0000-0000-0000-000000000000}"/>
          </ac:spMkLst>
        </pc:spChg>
        <pc:picChg chg="add mod">
          <ac:chgData name="Ziming Huang" userId="f7e8f0f69499c32d" providerId="LiveId" clId="{5EEDC1D7-328B-484E-9F06-481891F09B47}" dt="2024-03-21T21:23:30.530" v="324" actId="465"/>
          <ac:picMkLst>
            <pc:docMk/>
            <pc:sldMk cId="2133583515" sldId="645"/>
            <ac:picMk id="4" creationId="{B2F98D8B-7298-142C-E64B-131F29AF9B6A}"/>
          </ac:picMkLst>
        </pc:picChg>
        <pc:picChg chg="del">
          <ac:chgData name="Ziming Huang" userId="f7e8f0f69499c32d" providerId="LiveId" clId="{5EEDC1D7-328B-484E-9F06-481891F09B47}" dt="2024-03-21T21:15:36.466" v="292" actId="478"/>
          <ac:picMkLst>
            <pc:docMk/>
            <pc:sldMk cId="2133583515" sldId="645"/>
            <ac:picMk id="9" creationId="{0547486D-465F-1BD5-CB7E-104EE2EE9C56}"/>
          </ac:picMkLst>
        </pc:picChg>
      </pc:sldChg>
      <pc:sldChg chg="addSp delSp modSp add mod">
        <pc:chgData name="Ziming Huang" userId="f7e8f0f69499c32d" providerId="LiveId" clId="{5EEDC1D7-328B-484E-9F06-481891F09B47}" dt="2024-03-21T21:23:43.373" v="331" actId="465"/>
        <pc:sldMkLst>
          <pc:docMk/>
          <pc:sldMk cId="2414435237" sldId="646"/>
        </pc:sldMkLst>
        <pc:spChg chg="mod">
          <ac:chgData name="Ziming Huang" userId="f7e8f0f69499c32d" providerId="LiveId" clId="{5EEDC1D7-328B-484E-9F06-481891F09B47}" dt="2024-03-21T20:07:22.929" v="277" actId="313"/>
          <ac:spMkLst>
            <pc:docMk/>
            <pc:sldMk cId="2414435237" sldId="646"/>
            <ac:spMk id="2" creationId="{00000000-0000-0000-0000-000000000000}"/>
          </ac:spMkLst>
        </pc:spChg>
        <pc:picChg chg="del">
          <ac:chgData name="Ziming Huang" userId="f7e8f0f69499c32d" providerId="LiveId" clId="{5EEDC1D7-328B-484E-9F06-481891F09B47}" dt="2024-03-21T21:15:37.720" v="293" actId="478"/>
          <ac:picMkLst>
            <pc:docMk/>
            <pc:sldMk cId="2414435237" sldId="646"/>
            <ac:picMk id="4" creationId="{A7FABDDC-3F3C-795D-32D0-40623E257BF3}"/>
          </ac:picMkLst>
        </pc:picChg>
        <pc:picChg chg="add del">
          <ac:chgData name="Ziming Huang" userId="f7e8f0f69499c32d" providerId="LiveId" clId="{5EEDC1D7-328B-484E-9F06-481891F09B47}" dt="2024-03-21T21:16:40.760" v="296" actId="21"/>
          <ac:picMkLst>
            <pc:docMk/>
            <pc:sldMk cId="2414435237" sldId="646"/>
            <ac:picMk id="5" creationId="{EE2F66FC-93E3-6D22-4232-DCF312FABAEE}"/>
          </ac:picMkLst>
        </pc:picChg>
        <pc:picChg chg="add mod">
          <ac:chgData name="Ziming Huang" userId="f7e8f0f69499c32d" providerId="LiveId" clId="{5EEDC1D7-328B-484E-9F06-481891F09B47}" dt="2024-03-21T21:23:43.373" v="331" actId="465"/>
          <ac:picMkLst>
            <pc:docMk/>
            <pc:sldMk cId="2414435237" sldId="646"/>
            <ac:picMk id="7" creationId="{47351908-3403-6F42-93FF-F7658A29C044}"/>
          </ac:picMkLst>
        </pc:picChg>
      </pc:sldChg>
      <pc:sldChg chg="addSp delSp modSp add mod modNotesTx">
        <pc:chgData name="Ziming Huang" userId="f7e8f0f69499c32d" providerId="LiveId" clId="{5EEDC1D7-328B-484E-9F06-481891F09B47}" dt="2024-03-21T21:53:51.829" v="444"/>
        <pc:sldMkLst>
          <pc:docMk/>
          <pc:sldMk cId="3176103423" sldId="647"/>
        </pc:sldMkLst>
        <pc:spChg chg="mod">
          <ac:chgData name="Ziming Huang" userId="f7e8f0f69499c32d" providerId="LiveId" clId="{5EEDC1D7-328B-484E-9F06-481891F09B47}" dt="2024-03-21T20:07:24.690" v="278" actId="313"/>
          <ac:spMkLst>
            <pc:docMk/>
            <pc:sldMk cId="3176103423" sldId="647"/>
            <ac:spMk id="2" creationId="{00000000-0000-0000-0000-000000000000}"/>
          </ac:spMkLst>
        </pc:spChg>
        <pc:picChg chg="add mod modCrop">
          <ac:chgData name="Ziming Huang" userId="f7e8f0f69499c32d" providerId="LiveId" clId="{5EEDC1D7-328B-484E-9F06-481891F09B47}" dt="2024-03-21T21:25:14.773" v="345" actId="14100"/>
          <ac:picMkLst>
            <pc:docMk/>
            <pc:sldMk cId="3176103423" sldId="647"/>
            <ac:picMk id="4" creationId="{249FA891-B4BD-92AD-0C82-6A46DDDF2C97}"/>
          </ac:picMkLst>
        </pc:picChg>
        <pc:picChg chg="del">
          <ac:chgData name="Ziming Huang" userId="f7e8f0f69499c32d" providerId="LiveId" clId="{5EEDC1D7-328B-484E-9F06-481891F09B47}" dt="2024-03-21T21:23:47.753" v="332" actId="478"/>
          <ac:picMkLst>
            <pc:docMk/>
            <pc:sldMk cId="3176103423" sldId="647"/>
            <ac:picMk id="5" creationId="{AC559F24-185D-3DB4-666B-79E60FBE7681}"/>
          </ac:picMkLst>
        </pc:picChg>
        <pc:picChg chg="del">
          <ac:chgData name="Ziming Huang" userId="f7e8f0f69499c32d" providerId="LiveId" clId="{5EEDC1D7-328B-484E-9F06-481891F09B47}" dt="2024-03-21T21:23:48.125" v="333" actId="478"/>
          <ac:picMkLst>
            <pc:docMk/>
            <pc:sldMk cId="3176103423" sldId="647"/>
            <ac:picMk id="7" creationId="{DE0F2894-C35D-B69E-C5B3-121F1F6139F6}"/>
          </ac:picMkLst>
        </pc:picChg>
        <pc:picChg chg="add mod">
          <ac:chgData name="Ziming Huang" userId="f7e8f0f69499c32d" providerId="LiveId" clId="{5EEDC1D7-328B-484E-9F06-481891F09B47}" dt="2024-03-21T21:25:25.255" v="347" actId="14100"/>
          <ac:picMkLst>
            <pc:docMk/>
            <pc:sldMk cId="3176103423" sldId="647"/>
            <ac:picMk id="9" creationId="{4FB0022B-CC38-E811-765D-58212334EDCE}"/>
          </ac:picMkLst>
        </pc:picChg>
      </pc:sldChg>
      <pc:sldChg chg="addSp delSp modSp add mod modNotesTx">
        <pc:chgData name="Ziming Huang" userId="f7e8f0f69499c32d" providerId="LiveId" clId="{5EEDC1D7-328B-484E-9F06-481891F09B47}" dt="2024-03-21T21:48:52.479" v="432" actId="115"/>
        <pc:sldMkLst>
          <pc:docMk/>
          <pc:sldMk cId="2037746103" sldId="648"/>
        </pc:sldMkLst>
        <pc:graphicFrameChg chg="add del mod modGraphic">
          <ac:chgData name="Ziming Huang" userId="f7e8f0f69499c32d" providerId="LiveId" clId="{5EEDC1D7-328B-484E-9F06-481891F09B47}" dt="2024-03-21T21:48:52.479" v="432" actId="115"/>
          <ac:graphicFrameMkLst>
            <pc:docMk/>
            <pc:sldMk cId="2037746103" sldId="648"/>
            <ac:graphicFrameMk id="3" creationId="{45DD5705-8127-721A-7488-944BC366F27C}"/>
          </ac:graphicFrameMkLst>
        </pc:graphicFrameChg>
        <pc:picChg chg="add mod">
          <ac:chgData name="Ziming Huang" userId="f7e8f0f69499c32d" providerId="LiveId" clId="{5EEDC1D7-328B-484E-9F06-481891F09B47}" dt="2024-03-21T21:26:52.602" v="355" actId="1076"/>
          <ac:picMkLst>
            <pc:docMk/>
            <pc:sldMk cId="2037746103" sldId="648"/>
            <ac:picMk id="2" creationId="{BC4DC83B-62C9-8264-ADE8-9DB1EC1F1D69}"/>
          </ac:picMkLst>
        </pc:picChg>
        <pc:picChg chg="add mod">
          <ac:chgData name="Ziming Huang" userId="f7e8f0f69499c32d" providerId="LiveId" clId="{5EEDC1D7-328B-484E-9F06-481891F09B47}" dt="2024-03-21T21:26:56.209" v="356" actId="1076"/>
          <ac:picMkLst>
            <pc:docMk/>
            <pc:sldMk cId="2037746103" sldId="648"/>
            <ac:picMk id="4" creationId="{B89F3707-0CF5-A823-E8C5-C51F78B140C8}"/>
          </ac:picMkLst>
        </pc:picChg>
        <pc:picChg chg="del">
          <ac:chgData name="Ziming Huang" userId="f7e8f0f69499c32d" providerId="LiveId" clId="{5EEDC1D7-328B-484E-9F06-481891F09B47}" dt="2024-03-21T21:26:32.492" v="348" actId="478"/>
          <ac:picMkLst>
            <pc:docMk/>
            <pc:sldMk cId="2037746103" sldId="648"/>
            <ac:picMk id="5" creationId="{AC559F24-185D-3DB4-666B-79E60FBE7681}"/>
          </ac:picMkLst>
        </pc:picChg>
        <pc:picChg chg="del">
          <ac:chgData name="Ziming Huang" userId="f7e8f0f69499c32d" providerId="LiveId" clId="{5EEDC1D7-328B-484E-9F06-481891F09B47}" dt="2024-03-21T21:26:33.026" v="349" actId="478"/>
          <ac:picMkLst>
            <pc:docMk/>
            <pc:sldMk cId="2037746103" sldId="648"/>
            <ac:picMk id="7" creationId="{DE0F2894-C35D-B69E-C5B3-121F1F6139F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8CAA61-0295-466F-9537-2BDFF188672B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6EC86D4-C3D9-483D-9C52-06F05EEBE7E9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Transform dataset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93B8D02-2680-4A83-99E8-1AD9A9FAE102}" type="parTrans" cxnId="{042F59A3-4EFB-4A5E-BBCE-0E446A70EBFE}">
      <dgm:prSet/>
      <dgm:spPr/>
      <dgm:t>
        <a:bodyPr/>
        <a:lstStyle/>
        <a:p>
          <a:endParaRPr lang="de-DE"/>
        </a:p>
      </dgm:t>
    </dgm:pt>
    <dgm:pt modelId="{EFE52DDF-5B6A-4977-900D-34C38B44183D}" type="sibTrans" cxnId="{042F59A3-4EFB-4A5E-BBCE-0E446A70EBFE}">
      <dgm:prSet/>
      <dgm:spPr/>
      <dgm:t>
        <a:bodyPr/>
        <a:lstStyle/>
        <a:p>
          <a:endParaRPr lang="de-DE"/>
        </a:p>
      </dgm:t>
    </dgm:pt>
    <dgm:pt modelId="{D31BD38F-A43A-478A-8F6E-9E209B75F9CA}">
      <dgm:prSet phldrT="[Text]" custT="1"/>
      <dgm:spPr/>
      <dgm:t>
        <a:bodyPr/>
        <a:lstStyle/>
        <a:p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Input .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map</a:t>
          </a:r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and</a:t>
          </a:r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 .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ped</a:t>
          </a:r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file</a:t>
          </a:r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. Output .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bed</a:t>
          </a:r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files</a:t>
          </a:r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.</a:t>
          </a:r>
        </a:p>
      </dgm:t>
    </dgm:pt>
    <dgm:pt modelId="{452563C7-A8DB-4431-B77D-93B947DF71D6}" type="parTrans" cxnId="{6E99694C-42A4-43B7-9F08-47BAC5848CC0}">
      <dgm:prSet/>
      <dgm:spPr/>
      <dgm:t>
        <a:bodyPr/>
        <a:lstStyle/>
        <a:p>
          <a:endParaRPr lang="de-DE"/>
        </a:p>
      </dgm:t>
    </dgm:pt>
    <dgm:pt modelId="{11B8E5A0-7F24-4AEB-9D3D-B252A188BD7A}" type="sibTrans" cxnId="{6E99694C-42A4-43B7-9F08-47BAC5848CC0}">
      <dgm:prSet/>
      <dgm:spPr/>
      <dgm:t>
        <a:bodyPr/>
        <a:lstStyle/>
        <a:p>
          <a:endParaRPr lang="de-DE"/>
        </a:p>
      </dgm:t>
    </dgm:pt>
    <dgm:pt modelId="{36832207-A4AC-4DBB-9B4F-D4F7AD92BCF5}">
      <dgm:prSet phldrT="[Text]" custT="1"/>
      <dgm:spPr/>
      <dgm:t>
        <a:bodyPr/>
        <a:lstStyle/>
        <a:p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Missing</a:t>
          </a:r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data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56AB9F6-E444-4C36-8826-050FD699D7D1}" type="parTrans" cxnId="{F78A87ED-F4EB-40CE-B516-9C82378E8FDB}">
      <dgm:prSet/>
      <dgm:spPr/>
      <dgm:t>
        <a:bodyPr/>
        <a:lstStyle/>
        <a:p>
          <a:endParaRPr lang="de-DE"/>
        </a:p>
      </dgm:t>
    </dgm:pt>
    <dgm:pt modelId="{D75BCFA3-0FC9-484A-9596-DC7C9B8DF140}" type="sibTrans" cxnId="{F78A87ED-F4EB-40CE-B516-9C82378E8FDB}">
      <dgm:prSet/>
      <dgm:spPr/>
      <dgm:t>
        <a:bodyPr/>
        <a:lstStyle/>
        <a:p>
          <a:endParaRPr lang="de-DE"/>
        </a:p>
      </dgm:t>
    </dgm:pt>
    <dgm:pt modelId="{A0CA3DE7-90B5-4F94-8C89-F19E00243823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plink --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bfile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plink --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geno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0.05 --mind 0.1 --make-bed --out 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qcdata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5A373DF-305A-494D-9FA5-9121D227B09B}" type="parTrans" cxnId="{13F31AFD-A3A8-43CC-BAE9-55183F04B28C}">
      <dgm:prSet/>
      <dgm:spPr/>
      <dgm:t>
        <a:bodyPr/>
        <a:lstStyle/>
        <a:p>
          <a:endParaRPr lang="de-DE"/>
        </a:p>
      </dgm:t>
    </dgm:pt>
    <dgm:pt modelId="{B946A66B-EFB0-4C64-90C6-D7F4E4FB151C}" type="sibTrans" cxnId="{13F31AFD-A3A8-43CC-BAE9-55183F04B28C}">
      <dgm:prSet/>
      <dgm:spPr/>
      <dgm:t>
        <a:bodyPr/>
        <a:lstStyle/>
        <a:p>
          <a:endParaRPr lang="de-DE"/>
        </a:p>
      </dgm:t>
    </dgm:pt>
    <dgm:pt modelId="{7D98474C-A04F-4512-B685-A63CD90BFA66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370 people and  696873 variants loaded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3627675-B073-4493-963B-3EF819F95D9F}" type="parTrans" cxnId="{5C478EC6-0A81-455C-93AB-1B29130630C1}">
      <dgm:prSet/>
      <dgm:spPr/>
      <dgm:t>
        <a:bodyPr/>
        <a:lstStyle/>
        <a:p>
          <a:endParaRPr lang="de-DE"/>
        </a:p>
      </dgm:t>
    </dgm:pt>
    <dgm:pt modelId="{F55DBC5A-BDF8-4B08-89CF-0E0B08F4E44D}" type="sibTrans" cxnId="{5C478EC6-0A81-455C-93AB-1B29130630C1}">
      <dgm:prSet/>
      <dgm:spPr/>
      <dgm:t>
        <a:bodyPr/>
        <a:lstStyle/>
        <a:p>
          <a:endParaRPr lang="de-DE"/>
        </a:p>
      </dgm:t>
    </dgm:pt>
    <dgm:pt modelId="{E1D59E84-22A1-4C7A-8D3A-3914BB55410F}">
      <dgm:prSet phldrT="[Text]" custT="1"/>
      <dgm:spPr/>
      <dgm:t>
        <a:bodyPr/>
        <a:lstStyle/>
        <a:p>
          <a:r>
            <a:rPr lang="en-US" sz="1600" b="0" dirty="0"/>
            <a:t>Hardy-Weinberg balance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E830FCB-01EE-4CDD-8B55-DF09291C2BB8}" type="parTrans" cxnId="{D9C5E76F-71EB-42B2-9FB1-B9986AA1AB9C}">
      <dgm:prSet/>
      <dgm:spPr/>
      <dgm:t>
        <a:bodyPr/>
        <a:lstStyle/>
        <a:p>
          <a:endParaRPr lang="de-DE"/>
        </a:p>
      </dgm:t>
    </dgm:pt>
    <dgm:pt modelId="{3E31569A-82A2-4FD0-AB20-0942CB508172}" type="sibTrans" cxnId="{D9C5E76F-71EB-42B2-9FB1-B9986AA1AB9C}">
      <dgm:prSet/>
      <dgm:spPr/>
      <dgm:t>
        <a:bodyPr/>
        <a:lstStyle/>
        <a:p>
          <a:endParaRPr lang="de-DE"/>
        </a:p>
      </dgm:t>
    </dgm:pt>
    <dgm:pt modelId="{412DE81C-0886-4B83-BBF6-76F671B1E484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plink --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bfile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qcdata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--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hwe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0.0001 --make-bed --out 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hwe_filtered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E98EE11-2A5F-41A3-91CF-742962A4D1CE}" type="parTrans" cxnId="{689DB3AF-8D29-40C6-B984-0006C8DF390D}">
      <dgm:prSet/>
      <dgm:spPr/>
      <dgm:t>
        <a:bodyPr/>
        <a:lstStyle/>
        <a:p>
          <a:endParaRPr lang="de-DE"/>
        </a:p>
      </dgm:t>
    </dgm:pt>
    <dgm:pt modelId="{7B604250-7A3E-4B68-B154-CE61E5E64BDF}" type="sibTrans" cxnId="{689DB3AF-8D29-40C6-B984-0006C8DF390D}">
      <dgm:prSet/>
      <dgm:spPr/>
      <dgm:t>
        <a:bodyPr/>
        <a:lstStyle/>
        <a:p>
          <a:endParaRPr lang="de-DE"/>
        </a:p>
      </dgm:t>
    </dgm:pt>
    <dgm:pt modelId="{60D9662B-77E3-4BCD-AF20-7D72056983C2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363 people and 651477 variants loaded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ED14665-3978-4C20-A872-A25FC1942BD7}" type="parTrans" cxnId="{E9355AFD-3FE3-4F4D-8F3F-44D6D39CA398}">
      <dgm:prSet/>
      <dgm:spPr/>
      <dgm:t>
        <a:bodyPr/>
        <a:lstStyle/>
        <a:p>
          <a:endParaRPr lang="de-DE"/>
        </a:p>
      </dgm:t>
    </dgm:pt>
    <dgm:pt modelId="{3B6B68E6-1C09-437D-A077-4DDE91969FCA}" type="sibTrans" cxnId="{E9355AFD-3FE3-4F4D-8F3F-44D6D39CA398}">
      <dgm:prSet/>
      <dgm:spPr/>
      <dgm:t>
        <a:bodyPr/>
        <a:lstStyle/>
        <a:p>
          <a:endParaRPr lang="de-DE"/>
        </a:p>
      </dgm:t>
    </dgm:pt>
    <dgm:pt modelId="{E95525F7-91A0-4DAC-BA38-23DF57FC1FC6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plink --file M01144_01-04_PLINK_genotypes_GSAv4_hg38_forward --make-bed --out ./plink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6F7B604-9812-4C31-A513-1F35D238238B}" type="parTrans" cxnId="{CBC0FF51-D741-498C-8D1A-5399094E894F}">
      <dgm:prSet/>
      <dgm:spPr/>
      <dgm:t>
        <a:bodyPr/>
        <a:lstStyle/>
        <a:p>
          <a:endParaRPr lang="de-DE"/>
        </a:p>
      </dgm:t>
    </dgm:pt>
    <dgm:pt modelId="{D9D8F60A-DA02-495F-ADEF-60EBCF72F0B5}" type="sibTrans" cxnId="{CBC0FF51-D741-498C-8D1A-5399094E894F}">
      <dgm:prSet/>
      <dgm:spPr/>
      <dgm:t>
        <a:bodyPr/>
        <a:lstStyle/>
        <a:p>
          <a:endParaRPr lang="de-DE"/>
        </a:p>
      </dgm:t>
    </dgm:pt>
    <dgm:pt modelId="{EF8B203D-E1C9-44CA-9C60-E4D05D865843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7 people and 45396 variants removed due to missing genotype data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F5824B3-50A6-4F6B-963A-B4D5644E1961}" type="parTrans" cxnId="{2242ECBC-E00B-4F72-A933-21BD89B7D45A}">
      <dgm:prSet/>
      <dgm:spPr/>
      <dgm:t>
        <a:bodyPr/>
        <a:lstStyle/>
        <a:p>
          <a:endParaRPr lang="de-DE"/>
        </a:p>
      </dgm:t>
    </dgm:pt>
    <dgm:pt modelId="{546BF358-21E8-4B1E-B85C-15F92299609B}" type="sibTrans" cxnId="{2242ECBC-E00B-4F72-A933-21BD89B7D45A}">
      <dgm:prSet/>
      <dgm:spPr/>
      <dgm:t>
        <a:bodyPr/>
        <a:lstStyle/>
        <a:p>
          <a:endParaRPr lang="de-DE"/>
        </a:p>
      </dgm:t>
    </dgm:pt>
    <dgm:pt modelId="{168C7E88-4C58-4B3B-9170-02CC39ED1D4D}">
      <dgm:prSet phldrT="[Text]" custT="1"/>
      <dgm:spPr/>
      <dgm:t>
        <a:bodyPr/>
        <a:lstStyle/>
        <a:p>
          <a:r>
            <a:rPr lang="en-US" sz="1600" b="1" dirty="0">
              <a:latin typeface="Calibri" panose="020F0502020204030204" pitchFamily="34" charset="0"/>
              <a:cs typeface="Calibri" panose="020F0502020204030204" pitchFamily="34" charset="0"/>
            </a:rPr>
            <a:t>363 people 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and </a:t>
          </a:r>
          <a:r>
            <a:rPr lang="en-US" sz="1600" b="1" dirty="0">
              <a:latin typeface="Calibri" panose="020F0502020204030204" pitchFamily="34" charset="0"/>
              <a:cs typeface="Calibri" panose="020F0502020204030204" pitchFamily="34" charset="0"/>
            </a:rPr>
            <a:t>651477 variants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pass filters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45B5ADE-41A0-47E8-9D5B-F1A99F54DE99}" type="parTrans" cxnId="{AF33BAD7-60AE-4DA3-A39A-A34F244425CD}">
      <dgm:prSet/>
      <dgm:spPr/>
      <dgm:t>
        <a:bodyPr/>
        <a:lstStyle/>
        <a:p>
          <a:endParaRPr lang="de-DE"/>
        </a:p>
      </dgm:t>
    </dgm:pt>
    <dgm:pt modelId="{5E05E523-654F-4970-8385-7016954F54E0}" type="sibTrans" cxnId="{AF33BAD7-60AE-4DA3-A39A-A34F244425CD}">
      <dgm:prSet/>
      <dgm:spPr/>
      <dgm:t>
        <a:bodyPr/>
        <a:lstStyle/>
        <a:p>
          <a:endParaRPr lang="de-DE"/>
        </a:p>
      </dgm:t>
    </dgm:pt>
    <dgm:pt modelId="{7BF995B7-B9E2-4EBC-A1A8-68E1C8B8F0E1}">
      <dgm:prSet phldrT="[Text]" custT="1"/>
      <dgm:spPr/>
      <dgm:t>
        <a:bodyPr/>
        <a:lstStyle/>
        <a:p>
          <a:r>
            <a:rPr lang="en-US" sz="1600" b="1" dirty="0">
              <a:latin typeface="Calibri" panose="020F0502020204030204" pitchFamily="34" charset="0"/>
              <a:cs typeface="Calibri" panose="020F0502020204030204" pitchFamily="34" charset="0"/>
            </a:rPr>
            <a:t>363 people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and </a:t>
          </a:r>
          <a:r>
            <a:rPr lang="en-US" sz="1600" b="1" dirty="0">
              <a:latin typeface="Calibri" panose="020F0502020204030204" pitchFamily="34" charset="0"/>
              <a:cs typeface="Calibri" panose="020F0502020204030204" pitchFamily="34" charset="0"/>
            </a:rPr>
            <a:t>650890 variants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pass filters and QC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A548379-C7F2-40E5-B9B0-AA51C4625237}" type="parTrans" cxnId="{74EBA1B2-F0C6-4EAC-99DC-68AFD5ACA3C4}">
      <dgm:prSet/>
      <dgm:spPr/>
      <dgm:t>
        <a:bodyPr/>
        <a:lstStyle/>
        <a:p>
          <a:endParaRPr lang="de-DE"/>
        </a:p>
      </dgm:t>
    </dgm:pt>
    <dgm:pt modelId="{C8E652ED-F3D8-487B-B16D-C5B6A6B34229}" type="sibTrans" cxnId="{74EBA1B2-F0C6-4EAC-99DC-68AFD5ACA3C4}">
      <dgm:prSet/>
      <dgm:spPr/>
      <dgm:t>
        <a:bodyPr/>
        <a:lstStyle/>
        <a:p>
          <a:endParaRPr lang="de-DE"/>
        </a:p>
      </dgm:t>
    </dgm:pt>
    <dgm:pt modelId="{1FC92193-BA81-4855-A2D8-3B24092AF8A3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587 variants removed due to Hardy-Weinberg exact test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AC56770-59DD-4680-8EA5-8B12323CF8DA}" type="parTrans" cxnId="{6D53773B-9743-446A-8055-33545167F5B9}">
      <dgm:prSet/>
      <dgm:spPr/>
      <dgm:t>
        <a:bodyPr/>
        <a:lstStyle/>
        <a:p>
          <a:endParaRPr lang="de-DE"/>
        </a:p>
      </dgm:t>
    </dgm:pt>
    <dgm:pt modelId="{BCBBA2FA-A0DA-4A54-97EB-21126BEAB798}" type="sibTrans" cxnId="{6D53773B-9743-446A-8055-33545167F5B9}">
      <dgm:prSet/>
      <dgm:spPr/>
      <dgm:t>
        <a:bodyPr/>
        <a:lstStyle/>
        <a:p>
          <a:endParaRPr lang="de-DE"/>
        </a:p>
      </dgm:t>
    </dgm:pt>
    <dgm:pt modelId="{429EC0DD-237F-4CED-B2E2-72D75DA60631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plink --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bfile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hwe_filtered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--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maf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0.05 --make-bed --out 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maf_filtered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A543DCF-BD96-4717-A4AC-AAFD01FE9D13}" type="parTrans" cxnId="{CB10D932-D125-4BF8-9B5C-FFB21C2DBF6D}">
      <dgm:prSet/>
      <dgm:spPr/>
      <dgm:t>
        <a:bodyPr/>
        <a:lstStyle/>
        <a:p>
          <a:endParaRPr lang="de-DE"/>
        </a:p>
      </dgm:t>
    </dgm:pt>
    <dgm:pt modelId="{A9D83FD5-65D4-4DD8-8C9D-C49A95A76A47}" type="sibTrans" cxnId="{CB10D932-D125-4BF8-9B5C-FFB21C2DBF6D}">
      <dgm:prSet/>
      <dgm:spPr/>
      <dgm:t>
        <a:bodyPr/>
        <a:lstStyle/>
        <a:p>
          <a:endParaRPr lang="de-DE"/>
        </a:p>
      </dgm:t>
    </dgm:pt>
    <dgm:pt modelId="{45584EA5-A1A6-41BE-98CF-C7B106328FE4}">
      <dgm:prSet phldrT="[Text]" custT="1"/>
      <dgm:spPr/>
      <dgm:t>
        <a:bodyPr/>
        <a:lstStyle/>
        <a:p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Minor allele</a:t>
          </a:r>
        </a:p>
      </dgm:t>
    </dgm:pt>
    <dgm:pt modelId="{DC055E11-F9E4-441F-99E0-82D217EBB953}" type="parTrans" cxnId="{BE96B5F7-63E0-4CF8-94E3-A96CA49C039B}">
      <dgm:prSet/>
      <dgm:spPr/>
      <dgm:t>
        <a:bodyPr/>
        <a:lstStyle/>
        <a:p>
          <a:endParaRPr lang="de-DE"/>
        </a:p>
      </dgm:t>
    </dgm:pt>
    <dgm:pt modelId="{BF021FBA-57D6-4D7B-9EBD-3AD2CBF124DB}" type="sibTrans" cxnId="{BE96B5F7-63E0-4CF8-94E3-A96CA49C039B}">
      <dgm:prSet/>
      <dgm:spPr/>
      <dgm:t>
        <a:bodyPr/>
        <a:lstStyle/>
        <a:p>
          <a:endParaRPr lang="de-DE"/>
        </a:p>
      </dgm:t>
    </dgm:pt>
    <dgm:pt modelId="{C4D3387E-CBA9-4C93-A9E9-95B40F98722A}">
      <dgm:prSet phldrT="[Text]" custT="1"/>
      <dgm:spPr/>
      <dgm:t>
        <a:bodyPr/>
        <a:lstStyle/>
        <a:p>
          <a:r>
            <a:rPr lang="en-US" sz="1600" b="1" dirty="0">
              <a:latin typeface="Calibri" panose="020F0502020204030204" pitchFamily="34" charset="0"/>
              <a:cs typeface="Calibri" panose="020F0502020204030204" pitchFamily="34" charset="0"/>
            </a:rPr>
            <a:t>363 people 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and </a:t>
          </a:r>
          <a:r>
            <a:rPr lang="en-US" sz="1600" b="1" dirty="0">
              <a:latin typeface="Calibri" panose="020F0502020204030204" pitchFamily="34" charset="0"/>
              <a:cs typeface="Calibri" panose="020F0502020204030204" pitchFamily="34" charset="0"/>
            </a:rPr>
            <a:t>274416 variants 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pass filters and QC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66E933A-A43E-45EC-8632-67B2BDF3523D}" type="parTrans" cxnId="{A6C0C8CD-9F7E-4D27-8EF8-7EF36B5D459F}">
      <dgm:prSet/>
      <dgm:spPr/>
      <dgm:t>
        <a:bodyPr/>
        <a:lstStyle/>
        <a:p>
          <a:endParaRPr lang="de-DE"/>
        </a:p>
      </dgm:t>
    </dgm:pt>
    <dgm:pt modelId="{1E6AD653-7B7D-4DE8-B709-671C0C401CE9}" type="sibTrans" cxnId="{A6C0C8CD-9F7E-4D27-8EF8-7EF36B5D459F}">
      <dgm:prSet/>
      <dgm:spPr/>
      <dgm:t>
        <a:bodyPr/>
        <a:lstStyle/>
        <a:p>
          <a:endParaRPr lang="de-DE"/>
        </a:p>
      </dgm:t>
    </dgm:pt>
    <dgm:pt modelId="{07BDED72-FBD4-4505-9480-38E3DF3D5A19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363 people and 650890 variants loaded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0402A19-76E3-467E-89A8-CCFA68BA80A1}" type="parTrans" cxnId="{6EE11163-2141-4069-A8B2-525BDBB97216}">
      <dgm:prSet/>
      <dgm:spPr/>
      <dgm:t>
        <a:bodyPr/>
        <a:lstStyle/>
        <a:p>
          <a:endParaRPr lang="de-DE"/>
        </a:p>
      </dgm:t>
    </dgm:pt>
    <dgm:pt modelId="{1897A509-7349-4D63-AF9A-8037B82A3BEB}" type="sibTrans" cxnId="{6EE11163-2141-4069-A8B2-525BDBB97216}">
      <dgm:prSet/>
      <dgm:spPr/>
      <dgm:t>
        <a:bodyPr/>
        <a:lstStyle/>
        <a:p>
          <a:endParaRPr lang="de-DE"/>
        </a:p>
      </dgm:t>
    </dgm:pt>
    <dgm:pt modelId="{D3054DBA-0BB6-4A6F-BE3F-05729E5900B0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376474 variants removed due to minor allele threshold(s)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AB110B5-34CF-46F6-BD99-163A50D42CFF}" type="parTrans" cxnId="{723C0A1B-7533-4B83-BB0E-35F92BCB2D82}">
      <dgm:prSet/>
      <dgm:spPr/>
      <dgm:t>
        <a:bodyPr/>
        <a:lstStyle/>
        <a:p>
          <a:endParaRPr lang="de-DE"/>
        </a:p>
      </dgm:t>
    </dgm:pt>
    <dgm:pt modelId="{49A25456-30CE-479B-950B-D9038C1F3AF1}" type="sibTrans" cxnId="{723C0A1B-7533-4B83-BB0E-35F92BCB2D82}">
      <dgm:prSet/>
      <dgm:spPr/>
      <dgm:t>
        <a:bodyPr/>
        <a:lstStyle/>
        <a:p>
          <a:endParaRPr lang="de-DE"/>
        </a:p>
      </dgm:t>
    </dgm:pt>
    <dgm:pt modelId="{8D7E3B58-3096-4A16-8525-EFCA838358AF}" type="pres">
      <dgm:prSet presAssocID="{848CAA61-0295-466F-9537-2BDFF188672B}" presName="linearFlow" presStyleCnt="0">
        <dgm:presLayoutVars>
          <dgm:dir/>
          <dgm:animLvl val="lvl"/>
          <dgm:resizeHandles val="exact"/>
        </dgm:presLayoutVars>
      </dgm:prSet>
      <dgm:spPr/>
    </dgm:pt>
    <dgm:pt modelId="{A47644B8-76F1-4C6B-BBA3-877BC8F12DF4}" type="pres">
      <dgm:prSet presAssocID="{76EC86D4-C3D9-483D-9C52-06F05EEBE7E9}" presName="composite" presStyleCnt="0"/>
      <dgm:spPr/>
    </dgm:pt>
    <dgm:pt modelId="{50BB4059-7AC9-44D3-8898-1D20746D1F3E}" type="pres">
      <dgm:prSet presAssocID="{76EC86D4-C3D9-483D-9C52-06F05EEBE7E9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41DACED9-AC8F-4364-97F1-E9D357BEBB16}" type="pres">
      <dgm:prSet presAssocID="{76EC86D4-C3D9-483D-9C52-06F05EEBE7E9}" presName="descendantText" presStyleLbl="alignAcc1" presStyleIdx="0" presStyleCnt="4">
        <dgm:presLayoutVars>
          <dgm:bulletEnabled val="1"/>
        </dgm:presLayoutVars>
      </dgm:prSet>
      <dgm:spPr/>
    </dgm:pt>
    <dgm:pt modelId="{530CDE87-D8B4-4037-AD69-AAB8684CF694}" type="pres">
      <dgm:prSet presAssocID="{EFE52DDF-5B6A-4977-900D-34C38B44183D}" presName="sp" presStyleCnt="0"/>
      <dgm:spPr/>
    </dgm:pt>
    <dgm:pt modelId="{7675ABF3-B7E4-4E00-8696-CA6DC69B824E}" type="pres">
      <dgm:prSet presAssocID="{36832207-A4AC-4DBB-9B4F-D4F7AD92BCF5}" presName="composite" presStyleCnt="0"/>
      <dgm:spPr/>
    </dgm:pt>
    <dgm:pt modelId="{09AF2AD4-0B7F-4E49-B294-28E1D0807731}" type="pres">
      <dgm:prSet presAssocID="{36832207-A4AC-4DBB-9B4F-D4F7AD92BCF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714EACE5-ED24-4232-889A-A23964E491B6}" type="pres">
      <dgm:prSet presAssocID="{36832207-A4AC-4DBB-9B4F-D4F7AD92BCF5}" presName="descendantText" presStyleLbl="alignAcc1" presStyleIdx="1" presStyleCnt="4">
        <dgm:presLayoutVars>
          <dgm:bulletEnabled val="1"/>
        </dgm:presLayoutVars>
      </dgm:prSet>
      <dgm:spPr/>
    </dgm:pt>
    <dgm:pt modelId="{B99C7894-1C7E-4057-9BFF-E5B7DF74DFBA}" type="pres">
      <dgm:prSet presAssocID="{D75BCFA3-0FC9-484A-9596-DC7C9B8DF140}" presName="sp" presStyleCnt="0"/>
      <dgm:spPr/>
    </dgm:pt>
    <dgm:pt modelId="{FF8716A3-AC4D-4370-A7C2-18E8C96FE092}" type="pres">
      <dgm:prSet presAssocID="{E1D59E84-22A1-4C7A-8D3A-3914BB55410F}" presName="composite" presStyleCnt="0"/>
      <dgm:spPr/>
    </dgm:pt>
    <dgm:pt modelId="{03A99B2D-9758-4441-A741-72DF22B75AF2}" type="pres">
      <dgm:prSet presAssocID="{E1D59E84-22A1-4C7A-8D3A-3914BB55410F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8303559F-D814-4070-B73D-EFB70C527348}" type="pres">
      <dgm:prSet presAssocID="{E1D59E84-22A1-4C7A-8D3A-3914BB55410F}" presName="descendantText" presStyleLbl="alignAcc1" presStyleIdx="2" presStyleCnt="4">
        <dgm:presLayoutVars>
          <dgm:bulletEnabled val="1"/>
        </dgm:presLayoutVars>
      </dgm:prSet>
      <dgm:spPr/>
    </dgm:pt>
    <dgm:pt modelId="{5922B577-23B8-4580-A94C-9B4E5CC75F3A}" type="pres">
      <dgm:prSet presAssocID="{3E31569A-82A2-4FD0-AB20-0942CB508172}" presName="sp" presStyleCnt="0"/>
      <dgm:spPr/>
    </dgm:pt>
    <dgm:pt modelId="{95C6A6D4-5700-4616-BE3C-33E319CF2584}" type="pres">
      <dgm:prSet presAssocID="{45584EA5-A1A6-41BE-98CF-C7B106328FE4}" presName="composite" presStyleCnt="0"/>
      <dgm:spPr/>
    </dgm:pt>
    <dgm:pt modelId="{E521E950-25F1-4686-91C7-F2D7304589CE}" type="pres">
      <dgm:prSet presAssocID="{45584EA5-A1A6-41BE-98CF-C7B106328FE4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17D32B99-39DB-464C-A42F-31427951CEFD}" type="pres">
      <dgm:prSet presAssocID="{45584EA5-A1A6-41BE-98CF-C7B106328FE4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349C0B09-6B2F-486D-86BB-4F57C113B036}" type="presOf" srcId="{C4D3387E-CBA9-4C93-A9E9-95B40F98722A}" destId="{17D32B99-39DB-464C-A42F-31427951CEFD}" srcOrd="0" destOrd="3" presId="urn:microsoft.com/office/officeart/2005/8/layout/chevron2"/>
    <dgm:cxn modelId="{723C0A1B-7533-4B83-BB0E-35F92BCB2D82}" srcId="{45584EA5-A1A6-41BE-98CF-C7B106328FE4}" destId="{D3054DBA-0BB6-4A6F-BE3F-05729E5900B0}" srcOrd="2" destOrd="0" parTransId="{4AB110B5-34CF-46F6-BD99-163A50D42CFF}" sibTransId="{49A25456-30CE-479B-950B-D9038C1F3AF1}"/>
    <dgm:cxn modelId="{CB10D932-D125-4BF8-9B5C-FFB21C2DBF6D}" srcId="{45584EA5-A1A6-41BE-98CF-C7B106328FE4}" destId="{429EC0DD-237F-4CED-B2E2-72D75DA60631}" srcOrd="0" destOrd="0" parTransId="{AA543DCF-BD96-4717-A4AC-AAFD01FE9D13}" sibTransId="{A9D83FD5-65D4-4DD8-8C9D-C49A95A76A47}"/>
    <dgm:cxn modelId="{C160DB35-0333-4297-9413-AA3ACCD3B5EB}" type="presOf" srcId="{412DE81C-0886-4B83-BBF6-76F671B1E484}" destId="{8303559F-D814-4070-B73D-EFB70C527348}" srcOrd="0" destOrd="0" presId="urn:microsoft.com/office/officeart/2005/8/layout/chevron2"/>
    <dgm:cxn modelId="{6D53773B-9743-446A-8055-33545167F5B9}" srcId="{E1D59E84-22A1-4C7A-8D3A-3914BB55410F}" destId="{1FC92193-BA81-4855-A2D8-3B24092AF8A3}" srcOrd="2" destOrd="0" parTransId="{7AC56770-59DD-4680-8EA5-8B12323CF8DA}" sibTransId="{BCBBA2FA-A0DA-4A54-97EB-21126BEAB798}"/>
    <dgm:cxn modelId="{6EE11163-2141-4069-A8B2-525BDBB97216}" srcId="{45584EA5-A1A6-41BE-98CF-C7B106328FE4}" destId="{07BDED72-FBD4-4505-9480-38E3DF3D5A19}" srcOrd="1" destOrd="0" parTransId="{F0402A19-76E3-467E-89A8-CCFA68BA80A1}" sibTransId="{1897A509-7349-4D63-AF9A-8037B82A3BEB}"/>
    <dgm:cxn modelId="{817E034A-69FE-4923-AC96-7A36E4C78906}" type="presOf" srcId="{60D9662B-77E3-4BCD-AF20-7D72056983C2}" destId="{8303559F-D814-4070-B73D-EFB70C527348}" srcOrd="0" destOrd="1" presId="urn:microsoft.com/office/officeart/2005/8/layout/chevron2"/>
    <dgm:cxn modelId="{6E99694C-42A4-43B7-9F08-47BAC5848CC0}" srcId="{76EC86D4-C3D9-483D-9C52-06F05EEBE7E9}" destId="{D31BD38F-A43A-478A-8F6E-9E209B75F9CA}" srcOrd="1" destOrd="0" parTransId="{452563C7-A8DB-4431-B77D-93B947DF71D6}" sibTransId="{11B8E5A0-7F24-4AEB-9D3D-B252A188BD7A}"/>
    <dgm:cxn modelId="{ADC9DF6D-A7E1-4C7A-A6E9-8E873ECE5389}" type="presOf" srcId="{7D98474C-A04F-4512-B685-A63CD90BFA66}" destId="{714EACE5-ED24-4232-889A-A23964E491B6}" srcOrd="0" destOrd="1" presId="urn:microsoft.com/office/officeart/2005/8/layout/chevron2"/>
    <dgm:cxn modelId="{471FFC4D-C25A-4C6C-8C04-08D08E416FF6}" type="presOf" srcId="{E1D59E84-22A1-4C7A-8D3A-3914BB55410F}" destId="{03A99B2D-9758-4441-A741-72DF22B75AF2}" srcOrd="0" destOrd="0" presId="urn:microsoft.com/office/officeart/2005/8/layout/chevron2"/>
    <dgm:cxn modelId="{42E1CF6E-B44D-47ED-8563-8344C8057387}" type="presOf" srcId="{36832207-A4AC-4DBB-9B4F-D4F7AD92BCF5}" destId="{09AF2AD4-0B7F-4E49-B294-28E1D0807731}" srcOrd="0" destOrd="0" presId="urn:microsoft.com/office/officeart/2005/8/layout/chevron2"/>
    <dgm:cxn modelId="{D9C5E76F-71EB-42B2-9FB1-B9986AA1AB9C}" srcId="{848CAA61-0295-466F-9537-2BDFF188672B}" destId="{E1D59E84-22A1-4C7A-8D3A-3914BB55410F}" srcOrd="2" destOrd="0" parTransId="{DE830FCB-01EE-4CDD-8B55-DF09291C2BB8}" sibTransId="{3E31569A-82A2-4FD0-AB20-0942CB508172}"/>
    <dgm:cxn modelId="{5DFB5471-FFF6-4B48-A15E-E1B6337AD714}" type="presOf" srcId="{1FC92193-BA81-4855-A2D8-3B24092AF8A3}" destId="{8303559F-D814-4070-B73D-EFB70C527348}" srcOrd="0" destOrd="2" presId="urn:microsoft.com/office/officeart/2005/8/layout/chevron2"/>
    <dgm:cxn modelId="{CBC0FF51-D741-498C-8D1A-5399094E894F}" srcId="{76EC86D4-C3D9-483D-9C52-06F05EEBE7E9}" destId="{E95525F7-91A0-4DAC-BA38-23DF57FC1FC6}" srcOrd="0" destOrd="0" parTransId="{C6F7B604-9812-4C31-A513-1F35D238238B}" sibTransId="{D9D8F60A-DA02-495F-ADEF-60EBCF72F0B5}"/>
    <dgm:cxn modelId="{45454652-52C2-47B8-B2F6-A25B9504E02A}" type="presOf" srcId="{D31BD38F-A43A-478A-8F6E-9E209B75F9CA}" destId="{41DACED9-AC8F-4364-97F1-E9D357BEBB16}" srcOrd="0" destOrd="1" presId="urn:microsoft.com/office/officeart/2005/8/layout/chevron2"/>
    <dgm:cxn modelId="{4898AF9A-40C0-4523-ABFD-6B5D801FBA5C}" type="presOf" srcId="{D3054DBA-0BB6-4A6F-BE3F-05729E5900B0}" destId="{17D32B99-39DB-464C-A42F-31427951CEFD}" srcOrd="0" destOrd="2" presId="urn:microsoft.com/office/officeart/2005/8/layout/chevron2"/>
    <dgm:cxn modelId="{042F59A3-4EFB-4A5E-BBCE-0E446A70EBFE}" srcId="{848CAA61-0295-466F-9537-2BDFF188672B}" destId="{76EC86D4-C3D9-483D-9C52-06F05EEBE7E9}" srcOrd="0" destOrd="0" parTransId="{393B8D02-2680-4A83-99E8-1AD9A9FAE102}" sibTransId="{EFE52DDF-5B6A-4977-900D-34C38B44183D}"/>
    <dgm:cxn modelId="{45CD92A6-117A-4ECE-9662-B81E7D433F4B}" type="presOf" srcId="{7BF995B7-B9E2-4EBC-A1A8-68E1C8B8F0E1}" destId="{8303559F-D814-4070-B73D-EFB70C527348}" srcOrd="0" destOrd="3" presId="urn:microsoft.com/office/officeart/2005/8/layout/chevron2"/>
    <dgm:cxn modelId="{689DB3AF-8D29-40C6-B984-0006C8DF390D}" srcId="{E1D59E84-22A1-4C7A-8D3A-3914BB55410F}" destId="{412DE81C-0886-4B83-BBF6-76F671B1E484}" srcOrd="0" destOrd="0" parTransId="{2E98EE11-2A5F-41A3-91CF-742962A4D1CE}" sibTransId="{7B604250-7A3E-4B68-B154-CE61E5E64BDF}"/>
    <dgm:cxn modelId="{74EBA1B2-F0C6-4EAC-99DC-68AFD5ACA3C4}" srcId="{E1D59E84-22A1-4C7A-8D3A-3914BB55410F}" destId="{7BF995B7-B9E2-4EBC-A1A8-68E1C8B8F0E1}" srcOrd="3" destOrd="0" parTransId="{7A548379-C7F2-40E5-B9B0-AA51C4625237}" sibTransId="{C8E652ED-F3D8-487B-B16D-C5B6A6B34229}"/>
    <dgm:cxn modelId="{B23235B3-5257-4AEA-B0FF-B0445F02547E}" type="presOf" srcId="{A0CA3DE7-90B5-4F94-8C89-F19E00243823}" destId="{714EACE5-ED24-4232-889A-A23964E491B6}" srcOrd="0" destOrd="0" presId="urn:microsoft.com/office/officeart/2005/8/layout/chevron2"/>
    <dgm:cxn modelId="{C279C5B3-DE3E-41F0-B04A-52F4E5861BC8}" type="presOf" srcId="{76EC86D4-C3D9-483D-9C52-06F05EEBE7E9}" destId="{50BB4059-7AC9-44D3-8898-1D20746D1F3E}" srcOrd="0" destOrd="0" presId="urn:microsoft.com/office/officeart/2005/8/layout/chevron2"/>
    <dgm:cxn modelId="{CA7B1EB6-114D-472E-BCC5-45AAF985220E}" type="presOf" srcId="{45584EA5-A1A6-41BE-98CF-C7B106328FE4}" destId="{E521E950-25F1-4686-91C7-F2D7304589CE}" srcOrd="0" destOrd="0" presId="urn:microsoft.com/office/officeart/2005/8/layout/chevron2"/>
    <dgm:cxn modelId="{2242ECBC-E00B-4F72-A933-21BD89B7D45A}" srcId="{36832207-A4AC-4DBB-9B4F-D4F7AD92BCF5}" destId="{EF8B203D-E1C9-44CA-9C60-E4D05D865843}" srcOrd="2" destOrd="0" parTransId="{6F5824B3-50A6-4F6B-963A-B4D5644E1961}" sibTransId="{546BF358-21E8-4B1E-B85C-15F92299609B}"/>
    <dgm:cxn modelId="{82572BBD-E5AD-4D76-8F2F-5976C59564ED}" type="presOf" srcId="{07BDED72-FBD4-4505-9480-38E3DF3D5A19}" destId="{17D32B99-39DB-464C-A42F-31427951CEFD}" srcOrd="0" destOrd="1" presId="urn:microsoft.com/office/officeart/2005/8/layout/chevron2"/>
    <dgm:cxn modelId="{5C478EC6-0A81-455C-93AB-1B29130630C1}" srcId="{36832207-A4AC-4DBB-9B4F-D4F7AD92BCF5}" destId="{7D98474C-A04F-4512-B685-A63CD90BFA66}" srcOrd="1" destOrd="0" parTransId="{63627675-B073-4493-963B-3EF819F95D9F}" sibTransId="{F55DBC5A-BDF8-4B08-89CF-0E0B08F4E44D}"/>
    <dgm:cxn modelId="{818A52C9-7E6F-46B9-8D15-5304D681C2F3}" type="presOf" srcId="{168C7E88-4C58-4B3B-9170-02CC39ED1D4D}" destId="{714EACE5-ED24-4232-889A-A23964E491B6}" srcOrd="0" destOrd="3" presId="urn:microsoft.com/office/officeart/2005/8/layout/chevron2"/>
    <dgm:cxn modelId="{A6C0C8CD-9F7E-4D27-8EF8-7EF36B5D459F}" srcId="{45584EA5-A1A6-41BE-98CF-C7B106328FE4}" destId="{C4D3387E-CBA9-4C93-A9E9-95B40F98722A}" srcOrd="3" destOrd="0" parTransId="{B66E933A-A43E-45EC-8632-67B2BDF3523D}" sibTransId="{1E6AD653-7B7D-4DE8-B709-671C0C401CE9}"/>
    <dgm:cxn modelId="{AF33BAD7-60AE-4DA3-A39A-A34F244425CD}" srcId="{36832207-A4AC-4DBB-9B4F-D4F7AD92BCF5}" destId="{168C7E88-4C58-4B3B-9170-02CC39ED1D4D}" srcOrd="3" destOrd="0" parTransId="{A45B5ADE-41A0-47E8-9D5B-F1A99F54DE99}" sibTransId="{5E05E523-654F-4970-8385-7016954F54E0}"/>
    <dgm:cxn modelId="{EC68C6E1-F4A4-4DA1-ADA8-A1DA4B0B9882}" type="presOf" srcId="{E95525F7-91A0-4DAC-BA38-23DF57FC1FC6}" destId="{41DACED9-AC8F-4364-97F1-E9D357BEBB16}" srcOrd="0" destOrd="0" presId="urn:microsoft.com/office/officeart/2005/8/layout/chevron2"/>
    <dgm:cxn modelId="{02ADCDEB-6694-4A8A-9F44-6B466FCA0A25}" type="presOf" srcId="{EF8B203D-E1C9-44CA-9C60-E4D05D865843}" destId="{714EACE5-ED24-4232-889A-A23964E491B6}" srcOrd="0" destOrd="2" presId="urn:microsoft.com/office/officeart/2005/8/layout/chevron2"/>
    <dgm:cxn modelId="{F78A87ED-F4EB-40CE-B516-9C82378E8FDB}" srcId="{848CAA61-0295-466F-9537-2BDFF188672B}" destId="{36832207-A4AC-4DBB-9B4F-D4F7AD92BCF5}" srcOrd="1" destOrd="0" parTransId="{656AB9F6-E444-4C36-8826-050FD699D7D1}" sibTransId="{D75BCFA3-0FC9-484A-9596-DC7C9B8DF140}"/>
    <dgm:cxn modelId="{51366BEF-3F05-4340-9DB9-6571FD2FC35D}" type="presOf" srcId="{848CAA61-0295-466F-9537-2BDFF188672B}" destId="{8D7E3B58-3096-4A16-8525-EFCA838358AF}" srcOrd="0" destOrd="0" presId="urn:microsoft.com/office/officeart/2005/8/layout/chevron2"/>
    <dgm:cxn modelId="{BE96B5F7-63E0-4CF8-94E3-A96CA49C039B}" srcId="{848CAA61-0295-466F-9537-2BDFF188672B}" destId="{45584EA5-A1A6-41BE-98CF-C7B106328FE4}" srcOrd="3" destOrd="0" parTransId="{DC055E11-F9E4-441F-99E0-82D217EBB953}" sibTransId="{BF021FBA-57D6-4D7B-9EBD-3AD2CBF124DB}"/>
    <dgm:cxn modelId="{71AEC7F8-5F8A-402B-A169-2C62E6804440}" type="presOf" srcId="{429EC0DD-237F-4CED-B2E2-72D75DA60631}" destId="{17D32B99-39DB-464C-A42F-31427951CEFD}" srcOrd="0" destOrd="0" presId="urn:microsoft.com/office/officeart/2005/8/layout/chevron2"/>
    <dgm:cxn modelId="{13F31AFD-A3A8-43CC-BAE9-55183F04B28C}" srcId="{36832207-A4AC-4DBB-9B4F-D4F7AD92BCF5}" destId="{A0CA3DE7-90B5-4F94-8C89-F19E00243823}" srcOrd="0" destOrd="0" parTransId="{85A373DF-305A-494D-9FA5-9121D227B09B}" sibTransId="{B946A66B-EFB0-4C64-90C6-D7F4E4FB151C}"/>
    <dgm:cxn modelId="{E9355AFD-3FE3-4F4D-8F3F-44D6D39CA398}" srcId="{E1D59E84-22A1-4C7A-8D3A-3914BB55410F}" destId="{60D9662B-77E3-4BCD-AF20-7D72056983C2}" srcOrd="1" destOrd="0" parTransId="{FED14665-3978-4C20-A872-A25FC1942BD7}" sibTransId="{3B6B68E6-1C09-437D-A077-4DDE91969FCA}"/>
    <dgm:cxn modelId="{06526B8A-9980-4CA1-B64B-E7BF405259BD}" type="presParOf" srcId="{8D7E3B58-3096-4A16-8525-EFCA838358AF}" destId="{A47644B8-76F1-4C6B-BBA3-877BC8F12DF4}" srcOrd="0" destOrd="0" presId="urn:microsoft.com/office/officeart/2005/8/layout/chevron2"/>
    <dgm:cxn modelId="{2D0EB808-ADAE-45E4-9175-9AC0EE6FAD58}" type="presParOf" srcId="{A47644B8-76F1-4C6B-BBA3-877BC8F12DF4}" destId="{50BB4059-7AC9-44D3-8898-1D20746D1F3E}" srcOrd="0" destOrd="0" presId="urn:microsoft.com/office/officeart/2005/8/layout/chevron2"/>
    <dgm:cxn modelId="{FD3ABA77-0027-458D-89BF-651C1A7DF3AA}" type="presParOf" srcId="{A47644B8-76F1-4C6B-BBA3-877BC8F12DF4}" destId="{41DACED9-AC8F-4364-97F1-E9D357BEBB16}" srcOrd="1" destOrd="0" presId="urn:microsoft.com/office/officeart/2005/8/layout/chevron2"/>
    <dgm:cxn modelId="{4942B416-C4A1-4350-B283-66BF315E33EB}" type="presParOf" srcId="{8D7E3B58-3096-4A16-8525-EFCA838358AF}" destId="{530CDE87-D8B4-4037-AD69-AAB8684CF694}" srcOrd="1" destOrd="0" presId="urn:microsoft.com/office/officeart/2005/8/layout/chevron2"/>
    <dgm:cxn modelId="{886BBDC7-E1DE-4FCC-B520-F04023F6DEA2}" type="presParOf" srcId="{8D7E3B58-3096-4A16-8525-EFCA838358AF}" destId="{7675ABF3-B7E4-4E00-8696-CA6DC69B824E}" srcOrd="2" destOrd="0" presId="urn:microsoft.com/office/officeart/2005/8/layout/chevron2"/>
    <dgm:cxn modelId="{30C415E2-1B61-4A8E-B7DD-C7C341F916B2}" type="presParOf" srcId="{7675ABF3-B7E4-4E00-8696-CA6DC69B824E}" destId="{09AF2AD4-0B7F-4E49-B294-28E1D0807731}" srcOrd="0" destOrd="0" presId="urn:microsoft.com/office/officeart/2005/8/layout/chevron2"/>
    <dgm:cxn modelId="{6C1D9188-4D49-47DB-B09C-20AFA4B216BE}" type="presParOf" srcId="{7675ABF3-B7E4-4E00-8696-CA6DC69B824E}" destId="{714EACE5-ED24-4232-889A-A23964E491B6}" srcOrd="1" destOrd="0" presId="urn:microsoft.com/office/officeart/2005/8/layout/chevron2"/>
    <dgm:cxn modelId="{FF0E0027-C1D8-4256-98E7-C5968F7CF103}" type="presParOf" srcId="{8D7E3B58-3096-4A16-8525-EFCA838358AF}" destId="{B99C7894-1C7E-4057-9BFF-E5B7DF74DFBA}" srcOrd="3" destOrd="0" presId="urn:microsoft.com/office/officeart/2005/8/layout/chevron2"/>
    <dgm:cxn modelId="{A4078440-871B-47A2-8686-AC204E2BCD0D}" type="presParOf" srcId="{8D7E3B58-3096-4A16-8525-EFCA838358AF}" destId="{FF8716A3-AC4D-4370-A7C2-18E8C96FE092}" srcOrd="4" destOrd="0" presId="urn:microsoft.com/office/officeart/2005/8/layout/chevron2"/>
    <dgm:cxn modelId="{9A521930-BD5E-418E-AF24-49F36DD589F2}" type="presParOf" srcId="{FF8716A3-AC4D-4370-A7C2-18E8C96FE092}" destId="{03A99B2D-9758-4441-A741-72DF22B75AF2}" srcOrd="0" destOrd="0" presId="urn:microsoft.com/office/officeart/2005/8/layout/chevron2"/>
    <dgm:cxn modelId="{0E6FFE03-65B4-466F-9B64-5FB8301942DE}" type="presParOf" srcId="{FF8716A3-AC4D-4370-A7C2-18E8C96FE092}" destId="{8303559F-D814-4070-B73D-EFB70C527348}" srcOrd="1" destOrd="0" presId="urn:microsoft.com/office/officeart/2005/8/layout/chevron2"/>
    <dgm:cxn modelId="{421DE013-B99C-4C33-B34D-88107480A2FC}" type="presParOf" srcId="{8D7E3B58-3096-4A16-8525-EFCA838358AF}" destId="{5922B577-23B8-4580-A94C-9B4E5CC75F3A}" srcOrd="5" destOrd="0" presId="urn:microsoft.com/office/officeart/2005/8/layout/chevron2"/>
    <dgm:cxn modelId="{766377C5-F4B4-4DD1-B84F-0A21834BE11A}" type="presParOf" srcId="{8D7E3B58-3096-4A16-8525-EFCA838358AF}" destId="{95C6A6D4-5700-4616-BE3C-33E319CF2584}" srcOrd="6" destOrd="0" presId="urn:microsoft.com/office/officeart/2005/8/layout/chevron2"/>
    <dgm:cxn modelId="{165584D4-5B21-44BD-8EC4-F2620305D94E}" type="presParOf" srcId="{95C6A6D4-5700-4616-BE3C-33E319CF2584}" destId="{E521E950-25F1-4686-91C7-F2D7304589CE}" srcOrd="0" destOrd="0" presId="urn:microsoft.com/office/officeart/2005/8/layout/chevron2"/>
    <dgm:cxn modelId="{64EE3F30-7B6D-418B-BBB3-74E855B59B2D}" type="presParOf" srcId="{95C6A6D4-5700-4616-BE3C-33E319CF2584}" destId="{17D32B99-39DB-464C-A42F-31427951CEF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8CAA61-0295-466F-9537-2BDFF188672B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6EC86D4-C3D9-483D-9C52-06F05EEBE7E9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MAF calculating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93B8D02-2680-4A83-99E8-1AD9A9FAE102}" type="parTrans" cxnId="{042F59A3-4EFB-4A5E-BBCE-0E446A70EBFE}">
      <dgm:prSet/>
      <dgm:spPr/>
      <dgm:t>
        <a:bodyPr/>
        <a:lstStyle/>
        <a:p>
          <a:endParaRPr lang="de-DE"/>
        </a:p>
      </dgm:t>
    </dgm:pt>
    <dgm:pt modelId="{EFE52DDF-5B6A-4977-900D-34C38B44183D}" type="sibTrans" cxnId="{042F59A3-4EFB-4A5E-BBCE-0E446A70EBFE}">
      <dgm:prSet/>
      <dgm:spPr/>
      <dgm:t>
        <a:bodyPr/>
        <a:lstStyle/>
        <a:p>
          <a:endParaRPr lang="de-DE"/>
        </a:p>
      </dgm:t>
    </dgm:pt>
    <dgm:pt modelId="{E95525F7-91A0-4DAC-BA38-23DF57FC1FC6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plink --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bfile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hwe_filtered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--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maf</a:t>
          </a:r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 0.05 --make-bed --out </a:t>
          </a:r>
          <a:r>
            <a:rPr lang="en-US" sz="1600" b="0" dirty="0" err="1">
              <a:latin typeface="Calibri" panose="020F0502020204030204" pitchFamily="34" charset="0"/>
              <a:cs typeface="Calibri" panose="020F0502020204030204" pitchFamily="34" charset="0"/>
            </a:rPr>
            <a:t>maf_filtered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6F7B604-9812-4C31-A513-1F35D238238B}" type="parTrans" cxnId="{CBC0FF51-D741-498C-8D1A-5399094E894F}">
      <dgm:prSet/>
      <dgm:spPr/>
      <dgm:t>
        <a:bodyPr/>
        <a:lstStyle/>
        <a:p>
          <a:endParaRPr lang="de-DE"/>
        </a:p>
      </dgm:t>
    </dgm:pt>
    <dgm:pt modelId="{D9D8F60A-DA02-495F-ADEF-60EBCF72F0B5}" type="sibTrans" cxnId="{CBC0FF51-D741-498C-8D1A-5399094E894F}">
      <dgm:prSet/>
      <dgm:spPr/>
      <dgm:t>
        <a:bodyPr/>
        <a:lstStyle/>
        <a:p>
          <a:endParaRPr lang="de-DE"/>
        </a:p>
      </dgm:t>
    </dgm:pt>
    <dgm:pt modelId="{429EC0DD-237F-4CED-B2E2-72D75DA60631}">
      <dgm:prSet phldrT="[Text]" custT="1"/>
      <dgm:spPr/>
      <dgm:t>
        <a:bodyPr/>
        <a:lstStyle/>
        <a:p>
          <a:r>
            <a:rPr lang="en-US" sz="1600" b="0" dirty="0"/>
            <a:t>plink --</a:t>
          </a:r>
          <a:r>
            <a:rPr lang="en-US" sz="1600" b="0" dirty="0" err="1"/>
            <a:t>bfile</a:t>
          </a:r>
          <a:r>
            <a:rPr lang="en-US" sz="1600" b="0" dirty="0"/>
            <a:t> </a:t>
          </a:r>
          <a:r>
            <a:rPr lang="en-US" sz="1600" b="0" dirty="0" err="1"/>
            <a:t>maf_filtered</a:t>
          </a:r>
          <a:r>
            <a:rPr lang="en-US" sz="1600" b="0" dirty="0"/>
            <a:t> --</a:t>
          </a:r>
          <a:r>
            <a:rPr lang="en-US" sz="1600" b="0" dirty="0" err="1"/>
            <a:t>pheno</a:t>
          </a:r>
          <a:r>
            <a:rPr lang="en-US" sz="1600" b="0" dirty="0"/>
            <a:t> pheno.txt --</a:t>
          </a:r>
          <a:r>
            <a:rPr lang="en-US" sz="1600" b="0" dirty="0" err="1"/>
            <a:t>covar</a:t>
          </a:r>
          <a:r>
            <a:rPr lang="en-US" sz="1600" b="0" dirty="0"/>
            <a:t> </a:t>
          </a:r>
          <a:r>
            <a:rPr lang="en-US" sz="1600" b="0" dirty="0" err="1"/>
            <a:t>pca_results.eigenvec</a:t>
          </a:r>
          <a:r>
            <a:rPr lang="en-US" sz="1600" b="0" dirty="0"/>
            <a:t> --linear --allow-no-sex  --out </a:t>
          </a:r>
          <a:r>
            <a:rPr lang="en-US" sz="1600" b="0" dirty="0" err="1"/>
            <a:t>dcm_control_assoc_adjusted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A543DCF-BD96-4717-A4AC-AAFD01FE9D13}" type="parTrans" cxnId="{CB10D932-D125-4BF8-9B5C-FFB21C2DBF6D}">
      <dgm:prSet/>
      <dgm:spPr/>
      <dgm:t>
        <a:bodyPr/>
        <a:lstStyle/>
        <a:p>
          <a:endParaRPr lang="de-DE"/>
        </a:p>
      </dgm:t>
    </dgm:pt>
    <dgm:pt modelId="{A9D83FD5-65D4-4DD8-8C9D-C49A95A76A47}" type="sibTrans" cxnId="{CB10D932-D125-4BF8-9B5C-FFB21C2DBF6D}">
      <dgm:prSet/>
      <dgm:spPr/>
      <dgm:t>
        <a:bodyPr/>
        <a:lstStyle/>
        <a:p>
          <a:endParaRPr lang="de-DE"/>
        </a:p>
      </dgm:t>
    </dgm:pt>
    <dgm:pt modelId="{45584EA5-A1A6-41BE-98CF-C7B106328FE4}">
      <dgm:prSet phldrT="[Text]" custT="1"/>
      <dgm:spPr/>
      <dgm:t>
        <a:bodyPr/>
        <a:lstStyle/>
        <a:p>
          <a:r>
            <a:rPr lang="en-US" sz="1600" b="0" dirty="0"/>
            <a:t>correlation analysis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C055E11-F9E4-441F-99E0-82D217EBB953}" type="parTrans" cxnId="{BE96B5F7-63E0-4CF8-94E3-A96CA49C039B}">
      <dgm:prSet/>
      <dgm:spPr/>
      <dgm:t>
        <a:bodyPr/>
        <a:lstStyle/>
        <a:p>
          <a:endParaRPr lang="de-DE"/>
        </a:p>
      </dgm:t>
    </dgm:pt>
    <dgm:pt modelId="{BF021FBA-57D6-4D7B-9EBD-3AD2CBF124DB}" type="sibTrans" cxnId="{BE96B5F7-63E0-4CF8-94E3-A96CA49C039B}">
      <dgm:prSet/>
      <dgm:spPr/>
      <dgm:t>
        <a:bodyPr/>
        <a:lstStyle/>
        <a:p>
          <a:endParaRPr lang="de-DE"/>
        </a:p>
      </dgm:t>
    </dgm:pt>
    <dgm:pt modelId="{C4D3387E-CBA9-4C93-A9E9-95B40F98722A}">
      <dgm:prSet phldrT="[Text]" custT="1"/>
      <dgm:spPr/>
      <dgm:t>
        <a:bodyPr/>
        <a:lstStyle/>
        <a:p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26 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significant</a:t>
          </a:r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 SNPs 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found</a:t>
          </a:r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 in 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the</a:t>
          </a:r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 multi-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case</a:t>
          </a:r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 linear 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model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66E933A-A43E-45EC-8632-67B2BDF3523D}" type="parTrans" cxnId="{A6C0C8CD-9F7E-4D27-8EF8-7EF36B5D459F}">
      <dgm:prSet/>
      <dgm:spPr/>
      <dgm:t>
        <a:bodyPr/>
        <a:lstStyle/>
        <a:p>
          <a:endParaRPr lang="de-DE"/>
        </a:p>
      </dgm:t>
    </dgm:pt>
    <dgm:pt modelId="{1E6AD653-7B7D-4DE8-B709-671C0C401CE9}" type="sibTrans" cxnId="{A6C0C8CD-9F7E-4D27-8EF8-7EF36B5D459F}">
      <dgm:prSet/>
      <dgm:spPr/>
      <dgm:t>
        <a:bodyPr/>
        <a:lstStyle/>
        <a:p>
          <a:endParaRPr lang="de-DE"/>
        </a:p>
      </dgm:t>
    </dgm:pt>
    <dgm:pt modelId="{DF7CD370-EE05-494C-8560-403E18CAF4FC}">
      <dgm:prSet phldrT="[Text]" custT="1"/>
      <dgm:spPr/>
      <dgm:t>
        <a:bodyPr/>
        <a:lstStyle/>
        <a:p>
          <a:r>
            <a:rPr lang="en-US" sz="1600" b="0" dirty="0">
              <a:latin typeface="Calibri" panose="020F0502020204030204" pitchFamily="34" charset="0"/>
              <a:cs typeface="Calibri" panose="020F0502020204030204" pitchFamily="34" charset="0"/>
            </a:rPr>
            <a:t>363 people and 274416 variants loaded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BA8F0BE-98E8-474B-8E15-3AEE690753B1}" type="parTrans" cxnId="{5247EE4B-815C-48AD-9BA3-C8BB84E3D240}">
      <dgm:prSet/>
      <dgm:spPr/>
      <dgm:t>
        <a:bodyPr/>
        <a:lstStyle/>
        <a:p>
          <a:endParaRPr lang="de-DE"/>
        </a:p>
      </dgm:t>
    </dgm:pt>
    <dgm:pt modelId="{5345D51B-A67F-429A-92CE-07EDEA6FF2B6}" type="sibTrans" cxnId="{5247EE4B-815C-48AD-9BA3-C8BB84E3D240}">
      <dgm:prSet/>
      <dgm:spPr/>
      <dgm:t>
        <a:bodyPr/>
        <a:lstStyle/>
        <a:p>
          <a:endParaRPr lang="de-DE"/>
        </a:p>
      </dgm:t>
    </dgm:pt>
    <dgm:pt modelId="{23D0FF5D-7550-4FAF-84EB-0136B19784EE}">
      <dgm:prSet phldrT="[Text]" custT="1"/>
      <dgm:spPr/>
      <dgm:t>
        <a:bodyPr/>
        <a:lstStyle/>
        <a:p>
          <a:r>
            <a:rPr lang="de-DE" sz="1600" dirty="0">
              <a:latin typeface="Calibri" panose="020F0502020204030204" pitchFamily="34" charset="0"/>
              <a:cs typeface="Calibri" panose="020F0502020204030204" pitchFamily="34" charset="0"/>
            </a:rPr>
            <a:t>ANNOVAR </a:t>
          </a:r>
          <a:r>
            <a:rPr lang="de-DE" sz="1600" dirty="0" err="1">
              <a:latin typeface="Calibri" panose="020F0502020204030204" pitchFamily="34" charset="0"/>
              <a:cs typeface="Calibri" panose="020F0502020204030204" pitchFamily="34" charset="0"/>
            </a:rPr>
            <a:t>annotation</a:t>
          </a:r>
          <a:endParaRPr lang="de-DE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B4CED01-74F4-4213-B609-FA4A4497EF8D}" type="parTrans" cxnId="{04F491A3-65BC-4C12-A080-A954473E1AEA}">
      <dgm:prSet/>
      <dgm:spPr/>
      <dgm:t>
        <a:bodyPr/>
        <a:lstStyle/>
        <a:p>
          <a:endParaRPr lang="de-DE"/>
        </a:p>
      </dgm:t>
    </dgm:pt>
    <dgm:pt modelId="{D3F8C317-912B-48C6-8185-44680AEF5C31}" type="sibTrans" cxnId="{04F491A3-65BC-4C12-A080-A954473E1AEA}">
      <dgm:prSet/>
      <dgm:spPr/>
      <dgm:t>
        <a:bodyPr/>
        <a:lstStyle/>
        <a:p>
          <a:endParaRPr lang="de-DE"/>
        </a:p>
      </dgm:t>
    </dgm:pt>
    <dgm:pt modelId="{8D7E3B58-3096-4A16-8525-EFCA838358AF}" type="pres">
      <dgm:prSet presAssocID="{848CAA61-0295-466F-9537-2BDFF188672B}" presName="linearFlow" presStyleCnt="0">
        <dgm:presLayoutVars>
          <dgm:dir/>
          <dgm:animLvl val="lvl"/>
          <dgm:resizeHandles val="exact"/>
        </dgm:presLayoutVars>
      </dgm:prSet>
      <dgm:spPr/>
    </dgm:pt>
    <dgm:pt modelId="{A47644B8-76F1-4C6B-BBA3-877BC8F12DF4}" type="pres">
      <dgm:prSet presAssocID="{76EC86D4-C3D9-483D-9C52-06F05EEBE7E9}" presName="composite" presStyleCnt="0"/>
      <dgm:spPr/>
    </dgm:pt>
    <dgm:pt modelId="{50BB4059-7AC9-44D3-8898-1D20746D1F3E}" type="pres">
      <dgm:prSet presAssocID="{76EC86D4-C3D9-483D-9C52-06F05EEBE7E9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41DACED9-AC8F-4364-97F1-E9D357BEBB16}" type="pres">
      <dgm:prSet presAssocID="{76EC86D4-C3D9-483D-9C52-06F05EEBE7E9}" presName="descendantText" presStyleLbl="alignAcc1" presStyleIdx="0" presStyleCnt="3">
        <dgm:presLayoutVars>
          <dgm:bulletEnabled val="1"/>
        </dgm:presLayoutVars>
      </dgm:prSet>
      <dgm:spPr/>
    </dgm:pt>
    <dgm:pt modelId="{530CDE87-D8B4-4037-AD69-AAB8684CF694}" type="pres">
      <dgm:prSet presAssocID="{EFE52DDF-5B6A-4977-900D-34C38B44183D}" presName="sp" presStyleCnt="0"/>
      <dgm:spPr/>
    </dgm:pt>
    <dgm:pt modelId="{95C6A6D4-5700-4616-BE3C-33E319CF2584}" type="pres">
      <dgm:prSet presAssocID="{45584EA5-A1A6-41BE-98CF-C7B106328FE4}" presName="composite" presStyleCnt="0"/>
      <dgm:spPr/>
    </dgm:pt>
    <dgm:pt modelId="{E521E950-25F1-4686-91C7-F2D7304589CE}" type="pres">
      <dgm:prSet presAssocID="{45584EA5-A1A6-41BE-98CF-C7B106328FE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17D32B99-39DB-464C-A42F-31427951CEFD}" type="pres">
      <dgm:prSet presAssocID="{45584EA5-A1A6-41BE-98CF-C7B106328FE4}" presName="descendantText" presStyleLbl="alignAcc1" presStyleIdx="1" presStyleCnt="3">
        <dgm:presLayoutVars>
          <dgm:bulletEnabled val="1"/>
        </dgm:presLayoutVars>
      </dgm:prSet>
      <dgm:spPr/>
    </dgm:pt>
    <dgm:pt modelId="{7F4A9CEF-E804-4630-976D-A302B24B1EE9}" type="pres">
      <dgm:prSet presAssocID="{BF021FBA-57D6-4D7B-9EBD-3AD2CBF124DB}" presName="sp" presStyleCnt="0"/>
      <dgm:spPr/>
    </dgm:pt>
    <dgm:pt modelId="{CA1A4ECF-2F5B-45F5-AC90-752E129B570B}" type="pres">
      <dgm:prSet presAssocID="{23D0FF5D-7550-4FAF-84EB-0136B19784EE}" presName="composite" presStyleCnt="0"/>
      <dgm:spPr/>
    </dgm:pt>
    <dgm:pt modelId="{E9E0D5C1-FAEF-4AD6-BA5C-076024DBA1FB}" type="pres">
      <dgm:prSet presAssocID="{23D0FF5D-7550-4FAF-84EB-0136B19784E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3A1F641-228D-4348-A404-C6E099A893F8}" type="pres">
      <dgm:prSet presAssocID="{23D0FF5D-7550-4FAF-84EB-0136B19784EE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A1BF304-62BC-4EC3-B281-F3FFA215E1BD}" type="presOf" srcId="{23D0FF5D-7550-4FAF-84EB-0136B19784EE}" destId="{E9E0D5C1-FAEF-4AD6-BA5C-076024DBA1FB}" srcOrd="0" destOrd="0" presId="urn:microsoft.com/office/officeart/2005/8/layout/chevron2"/>
    <dgm:cxn modelId="{E2AE1219-E05F-4BFF-86F4-16E8135AED96}" type="presOf" srcId="{C4D3387E-CBA9-4C93-A9E9-95B40F98722A}" destId="{83A1F641-228D-4348-A404-C6E099A893F8}" srcOrd="0" destOrd="0" presId="urn:microsoft.com/office/officeart/2005/8/layout/chevron2"/>
    <dgm:cxn modelId="{CB10D932-D125-4BF8-9B5C-FFB21C2DBF6D}" srcId="{45584EA5-A1A6-41BE-98CF-C7B106328FE4}" destId="{429EC0DD-237F-4CED-B2E2-72D75DA60631}" srcOrd="0" destOrd="0" parTransId="{AA543DCF-BD96-4717-A4AC-AAFD01FE9D13}" sibTransId="{A9D83FD5-65D4-4DD8-8C9D-C49A95A76A47}"/>
    <dgm:cxn modelId="{5247EE4B-815C-48AD-9BA3-C8BB84E3D240}" srcId="{76EC86D4-C3D9-483D-9C52-06F05EEBE7E9}" destId="{DF7CD370-EE05-494C-8560-403E18CAF4FC}" srcOrd="1" destOrd="0" parTransId="{EBA8F0BE-98E8-474B-8E15-3AEE690753B1}" sibTransId="{5345D51B-A67F-429A-92CE-07EDEA6FF2B6}"/>
    <dgm:cxn modelId="{CBC0FF51-D741-498C-8D1A-5399094E894F}" srcId="{76EC86D4-C3D9-483D-9C52-06F05EEBE7E9}" destId="{E95525F7-91A0-4DAC-BA38-23DF57FC1FC6}" srcOrd="0" destOrd="0" parTransId="{C6F7B604-9812-4C31-A513-1F35D238238B}" sibTransId="{D9D8F60A-DA02-495F-ADEF-60EBCF72F0B5}"/>
    <dgm:cxn modelId="{BDE17A7F-0DA2-4B49-823D-78FBD0E85A6C}" type="presOf" srcId="{DF7CD370-EE05-494C-8560-403E18CAF4FC}" destId="{41DACED9-AC8F-4364-97F1-E9D357BEBB16}" srcOrd="0" destOrd="1" presId="urn:microsoft.com/office/officeart/2005/8/layout/chevron2"/>
    <dgm:cxn modelId="{042F59A3-4EFB-4A5E-BBCE-0E446A70EBFE}" srcId="{848CAA61-0295-466F-9537-2BDFF188672B}" destId="{76EC86D4-C3D9-483D-9C52-06F05EEBE7E9}" srcOrd="0" destOrd="0" parTransId="{393B8D02-2680-4A83-99E8-1AD9A9FAE102}" sibTransId="{EFE52DDF-5B6A-4977-900D-34C38B44183D}"/>
    <dgm:cxn modelId="{04F491A3-65BC-4C12-A080-A954473E1AEA}" srcId="{848CAA61-0295-466F-9537-2BDFF188672B}" destId="{23D0FF5D-7550-4FAF-84EB-0136B19784EE}" srcOrd="2" destOrd="0" parTransId="{BB4CED01-74F4-4213-B609-FA4A4497EF8D}" sibTransId="{D3F8C317-912B-48C6-8185-44680AEF5C31}"/>
    <dgm:cxn modelId="{C279C5B3-DE3E-41F0-B04A-52F4E5861BC8}" type="presOf" srcId="{76EC86D4-C3D9-483D-9C52-06F05EEBE7E9}" destId="{50BB4059-7AC9-44D3-8898-1D20746D1F3E}" srcOrd="0" destOrd="0" presId="urn:microsoft.com/office/officeart/2005/8/layout/chevron2"/>
    <dgm:cxn modelId="{CA7B1EB6-114D-472E-BCC5-45AAF985220E}" type="presOf" srcId="{45584EA5-A1A6-41BE-98CF-C7B106328FE4}" destId="{E521E950-25F1-4686-91C7-F2D7304589CE}" srcOrd="0" destOrd="0" presId="urn:microsoft.com/office/officeart/2005/8/layout/chevron2"/>
    <dgm:cxn modelId="{A6C0C8CD-9F7E-4D27-8EF8-7EF36B5D459F}" srcId="{23D0FF5D-7550-4FAF-84EB-0136B19784EE}" destId="{C4D3387E-CBA9-4C93-A9E9-95B40F98722A}" srcOrd="0" destOrd="0" parTransId="{B66E933A-A43E-45EC-8632-67B2BDF3523D}" sibTransId="{1E6AD653-7B7D-4DE8-B709-671C0C401CE9}"/>
    <dgm:cxn modelId="{EC68C6E1-F4A4-4DA1-ADA8-A1DA4B0B9882}" type="presOf" srcId="{E95525F7-91A0-4DAC-BA38-23DF57FC1FC6}" destId="{41DACED9-AC8F-4364-97F1-E9D357BEBB16}" srcOrd="0" destOrd="0" presId="urn:microsoft.com/office/officeart/2005/8/layout/chevron2"/>
    <dgm:cxn modelId="{51366BEF-3F05-4340-9DB9-6571FD2FC35D}" type="presOf" srcId="{848CAA61-0295-466F-9537-2BDFF188672B}" destId="{8D7E3B58-3096-4A16-8525-EFCA838358AF}" srcOrd="0" destOrd="0" presId="urn:microsoft.com/office/officeart/2005/8/layout/chevron2"/>
    <dgm:cxn modelId="{BE96B5F7-63E0-4CF8-94E3-A96CA49C039B}" srcId="{848CAA61-0295-466F-9537-2BDFF188672B}" destId="{45584EA5-A1A6-41BE-98CF-C7B106328FE4}" srcOrd="1" destOrd="0" parTransId="{DC055E11-F9E4-441F-99E0-82D217EBB953}" sibTransId="{BF021FBA-57D6-4D7B-9EBD-3AD2CBF124DB}"/>
    <dgm:cxn modelId="{71AEC7F8-5F8A-402B-A169-2C62E6804440}" type="presOf" srcId="{429EC0DD-237F-4CED-B2E2-72D75DA60631}" destId="{17D32B99-39DB-464C-A42F-31427951CEFD}" srcOrd="0" destOrd="0" presId="urn:microsoft.com/office/officeart/2005/8/layout/chevron2"/>
    <dgm:cxn modelId="{06526B8A-9980-4CA1-B64B-E7BF405259BD}" type="presParOf" srcId="{8D7E3B58-3096-4A16-8525-EFCA838358AF}" destId="{A47644B8-76F1-4C6B-BBA3-877BC8F12DF4}" srcOrd="0" destOrd="0" presId="urn:microsoft.com/office/officeart/2005/8/layout/chevron2"/>
    <dgm:cxn modelId="{2D0EB808-ADAE-45E4-9175-9AC0EE6FAD58}" type="presParOf" srcId="{A47644B8-76F1-4C6B-BBA3-877BC8F12DF4}" destId="{50BB4059-7AC9-44D3-8898-1D20746D1F3E}" srcOrd="0" destOrd="0" presId="urn:microsoft.com/office/officeart/2005/8/layout/chevron2"/>
    <dgm:cxn modelId="{FD3ABA77-0027-458D-89BF-651C1A7DF3AA}" type="presParOf" srcId="{A47644B8-76F1-4C6B-BBA3-877BC8F12DF4}" destId="{41DACED9-AC8F-4364-97F1-E9D357BEBB16}" srcOrd="1" destOrd="0" presId="urn:microsoft.com/office/officeart/2005/8/layout/chevron2"/>
    <dgm:cxn modelId="{4942B416-C4A1-4350-B283-66BF315E33EB}" type="presParOf" srcId="{8D7E3B58-3096-4A16-8525-EFCA838358AF}" destId="{530CDE87-D8B4-4037-AD69-AAB8684CF694}" srcOrd="1" destOrd="0" presId="urn:microsoft.com/office/officeart/2005/8/layout/chevron2"/>
    <dgm:cxn modelId="{766377C5-F4B4-4DD1-B84F-0A21834BE11A}" type="presParOf" srcId="{8D7E3B58-3096-4A16-8525-EFCA838358AF}" destId="{95C6A6D4-5700-4616-BE3C-33E319CF2584}" srcOrd="2" destOrd="0" presId="urn:microsoft.com/office/officeart/2005/8/layout/chevron2"/>
    <dgm:cxn modelId="{165584D4-5B21-44BD-8EC4-F2620305D94E}" type="presParOf" srcId="{95C6A6D4-5700-4616-BE3C-33E319CF2584}" destId="{E521E950-25F1-4686-91C7-F2D7304589CE}" srcOrd="0" destOrd="0" presId="urn:microsoft.com/office/officeart/2005/8/layout/chevron2"/>
    <dgm:cxn modelId="{64EE3F30-7B6D-418B-BBB3-74E855B59B2D}" type="presParOf" srcId="{95C6A6D4-5700-4616-BE3C-33E319CF2584}" destId="{17D32B99-39DB-464C-A42F-31427951CEFD}" srcOrd="1" destOrd="0" presId="urn:microsoft.com/office/officeart/2005/8/layout/chevron2"/>
    <dgm:cxn modelId="{41A7932A-DE4B-445D-BE3D-2E4D5CC12B18}" type="presParOf" srcId="{8D7E3B58-3096-4A16-8525-EFCA838358AF}" destId="{7F4A9CEF-E804-4630-976D-A302B24B1EE9}" srcOrd="3" destOrd="0" presId="urn:microsoft.com/office/officeart/2005/8/layout/chevron2"/>
    <dgm:cxn modelId="{7281E36A-55AA-48D4-A7F6-985EEE69B6DA}" type="presParOf" srcId="{8D7E3B58-3096-4A16-8525-EFCA838358AF}" destId="{CA1A4ECF-2F5B-45F5-AC90-752E129B570B}" srcOrd="4" destOrd="0" presId="urn:microsoft.com/office/officeart/2005/8/layout/chevron2"/>
    <dgm:cxn modelId="{7CFDB96F-B77F-4C44-87B7-B8768402D533}" type="presParOf" srcId="{CA1A4ECF-2F5B-45F5-AC90-752E129B570B}" destId="{E9E0D5C1-FAEF-4AD6-BA5C-076024DBA1FB}" srcOrd="0" destOrd="0" presId="urn:microsoft.com/office/officeart/2005/8/layout/chevron2"/>
    <dgm:cxn modelId="{F7075FEE-75AB-402D-9663-C2F5E171AC67}" type="presParOf" srcId="{CA1A4ECF-2F5B-45F5-AC90-752E129B570B}" destId="{83A1F641-228D-4348-A404-C6E099A893F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B4059-7AC9-44D3-8898-1D20746D1F3E}">
      <dsp:nvSpPr>
        <dsp:cNvPr id="0" name=""/>
        <dsp:cNvSpPr/>
      </dsp:nvSpPr>
      <dsp:spPr>
        <a:xfrm rot="5400000">
          <a:off x="-219257" y="221911"/>
          <a:ext cx="1461717" cy="10232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Transform dataset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2" y="514254"/>
        <a:ext cx="1023201" cy="438516"/>
      </dsp:txXfrm>
    </dsp:sp>
    <dsp:sp modelId="{41DACED9-AC8F-4364-97F1-E9D357BEBB16}">
      <dsp:nvSpPr>
        <dsp:cNvPr id="0" name=""/>
        <dsp:cNvSpPr/>
      </dsp:nvSpPr>
      <dsp:spPr>
        <a:xfrm rot="5400000">
          <a:off x="5008262" y="-3982407"/>
          <a:ext cx="950615" cy="892073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plink --file M01144_01-04_PLINK_genotypes_GSAv4_hg38_forward --make-bed --out ./plink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Input .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map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and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.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ped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file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. Output .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bed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files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.</a:t>
          </a:r>
        </a:p>
      </dsp:txBody>
      <dsp:txXfrm rot="-5400000">
        <a:off x="1023202" y="49058"/>
        <a:ext cx="8874332" cy="857805"/>
      </dsp:txXfrm>
    </dsp:sp>
    <dsp:sp modelId="{09AF2AD4-0B7F-4E49-B294-28E1D0807731}">
      <dsp:nvSpPr>
        <dsp:cNvPr id="0" name=""/>
        <dsp:cNvSpPr/>
      </dsp:nvSpPr>
      <dsp:spPr>
        <a:xfrm rot="5400000">
          <a:off x="-219257" y="1539125"/>
          <a:ext cx="1461717" cy="10232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Missing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data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2" y="1831468"/>
        <a:ext cx="1023201" cy="438516"/>
      </dsp:txXfrm>
    </dsp:sp>
    <dsp:sp modelId="{714EACE5-ED24-4232-889A-A23964E491B6}">
      <dsp:nvSpPr>
        <dsp:cNvPr id="0" name=""/>
        <dsp:cNvSpPr/>
      </dsp:nvSpPr>
      <dsp:spPr>
        <a:xfrm rot="5400000">
          <a:off x="5008512" y="-2665442"/>
          <a:ext cx="950116" cy="892073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plink --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bfile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plink --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geno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0.05 --mind 0.1 --make-bed --out 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qcdata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370 people and  696873 variants loaded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7 people and 45396 variants removed due to missing genotype data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Calibri" panose="020F0502020204030204" pitchFamily="34" charset="0"/>
              <a:cs typeface="Calibri" panose="020F0502020204030204" pitchFamily="34" charset="0"/>
            </a:rPr>
            <a:t>363 people 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and </a:t>
          </a:r>
          <a:r>
            <a:rPr lang="en-US" sz="1600" b="1" kern="1200" dirty="0">
              <a:latin typeface="Calibri" panose="020F0502020204030204" pitchFamily="34" charset="0"/>
              <a:cs typeface="Calibri" panose="020F0502020204030204" pitchFamily="34" charset="0"/>
            </a:rPr>
            <a:t>651477 variants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pass filters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023202" y="1366249"/>
        <a:ext cx="8874356" cy="857354"/>
      </dsp:txXfrm>
    </dsp:sp>
    <dsp:sp modelId="{03A99B2D-9758-4441-A741-72DF22B75AF2}">
      <dsp:nvSpPr>
        <dsp:cNvPr id="0" name=""/>
        <dsp:cNvSpPr/>
      </dsp:nvSpPr>
      <dsp:spPr>
        <a:xfrm rot="5400000">
          <a:off x="-219257" y="2856339"/>
          <a:ext cx="1461717" cy="10232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Hardy-Weinberg balance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2" y="3148682"/>
        <a:ext cx="1023201" cy="438516"/>
      </dsp:txXfrm>
    </dsp:sp>
    <dsp:sp modelId="{8303559F-D814-4070-B73D-EFB70C527348}">
      <dsp:nvSpPr>
        <dsp:cNvPr id="0" name=""/>
        <dsp:cNvSpPr/>
      </dsp:nvSpPr>
      <dsp:spPr>
        <a:xfrm rot="5400000">
          <a:off x="5008512" y="-1348228"/>
          <a:ext cx="950116" cy="892073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plink --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bfile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qcdata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--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hwe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0.0001 --make-bed --out 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hwe_filtered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363 people and 651477 variants loaded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587 variants removed due to Hardy-Weinberg exact test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Calibri" panose="020F0502020204030204" pitchFamily="34" charset="0"/>
              <a:cs typeface="Calibri" panose="020F0502020204030204" pitchFamily="34" charset="0"/>
            </a:rPr>
            <a:t>363 people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and </a:t>
          </a:r>
          <a:r>
            <a:rPr lang="en-US" sz="1600" b="1" kern="1200" dirty="0">
              <a:latin typeface="Calibri" panose="020F0502020204030204" pitchFamily="34" charset="0"/>
              <a:cs typeface="Calibri" panose="020F0502020204030204" pitchFamily="34" charset="0"/>
            </a:rPr>
            <a:t>650890 variants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pass filters and QC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023202" y="2683463"/>
        <a:ext cx="8874356" cy="857354"/>
      </dsp:txXfrm>
    </dsp:sp>
    <dsp:sp modelId="{E521E950-25F1-4686-91C7-F2D7304589CE}">
      <dsp:nvSpPr>
        <dsp:cNvPr id="0" name=""/>
        <dsp:cNvSpPr/>
      </dsp:nvSpPr>
      <dsp:spPr>
        <a:xfrm rot="5400000">
          <a:off x="-219257" y="4173553"/>
          <a:ext cx="1461717" cy="10232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Minor allele</a:t>
          </a:r>
        </a:p>
      </dsp:txBody>
      <dsp:txXfrm rot="-5400000">
        <a:off x="2" y="4465896"/>
        <a:ext cx="1023201" cy="438516"/>
      </dsp:txXfrm>
    </dsp:sp>
    <dsp:sp modelId="{17D32B99-39DB-464C-A42F-31427951CEFD}">
      <dsp:nvSpPr>
        <dsp:cNvPr id="0" name=""/>
        <dsp:cNvSpPr/>
      </dsp:nvSpPr>
      <dsp:spPr>
        <a:xfrm rot="5400000">
          <a:off x="5008512" y="-31014"/>
          <a:ext cx="950116" cy="892073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plink --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bfile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hwe_filtered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--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maf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0.05 --make-bed --out 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maf_filtered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363 people and 650890 variants loaded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376474 variants removed due to minor allele threshold(s)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Calibri" panose="020F0502020204030204" pitchFamily="34" charset="0"/>
              <a:cs typeface="Calibri" panose="020F0502020204030204" pitchFamily="34" charset="0"/>
            </a:rPr>
            <a:t>363 people 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and </a:t>
          </a:r>
          <a:r>
            <a:rPr lang="en-US" sz="1600" b="1" kern="1200" dirty="0">
              <a:latin typeface="Calibri" panose="020F0502020204030204" pitchFamily="34" charset="0"/>
              <a:cs typeface="Calibri" panose="020F0502020204030204" pitchFamily="34" charset="0"/>
            </a:rPr>
            <a:t>274416 variants 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pass filters and QC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023202" y="4000677"/>
        <a:ext cx="8874356" cy="857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B4059-7AC9-44D3-8898-1D20746D1F3E}">
      <dsp:nvSpPr>
        <dsp:cNvPr id="0" name=""/>
        <dsp:cNvSpPr/>
      </dsp:nvSpPr>
      <dsp:spPr>
        <a:xfrm rot="5400000">
          <a:off x="-289718" y="292805"/>
          <a:ext cx="1931458" cy="13520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MAF calculating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" y="679096"/>
        <a:ext cx="1352020" cy="579438"/>
      </dsp:txXfrm>
    </dsp:sp>
    <dsp:sp modelId="{41DACED9-AC8F-4364-97F1-E9D357BEBB16}">
      <dsp:nvSpPr>
        <dsp:cNvPr id="0" name=""/>
        <dsp:cNvSpPr/>
      </dsp:nvSpPr>
      <dsp:spPr>
        <a:xfrm rot="5400000">
          <a:off x="5020255" y="-3665148"/>
          <a:ext cx="1255447" cy="85919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plink --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bfile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hwe_filtered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--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maf</a:t>
          </a: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0.05 --make-bed --out </a:t>
          </a:r>
          <a:r>
            <a:rPr lang="en-US" sz="1600" b="0" kern="1200" dirty="0" err="1">
              <a:latin typeface="Calibri" panose="020F0502020204030204" pitchFamily="34" charset="0"/>
              <a:cs typeface="Calibri" panose="020F0502020204030204" pitchFamily="34" charset="0"/>
            </a:rPr>
            <a:t>maf_filtered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363 people and 274416 variants loaded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352020" y="64373"/>
        <a:ext cx="8530632" cy="1132875"/>
      </dsp:txXfrm>
    </dsp:sp>
    <dsp:sp modelId="{E521E950-25F1-4686-91C7-F2D7304589CE}">
      <dsp:nvSpPr>
        <dsp:cNvPr id="0" name=""/>
        <dsp:cNvSpPr/>
      </dsp:nvSpPr>
      <dsp:spPr>
        <a:xfrm rot="5400000">
          <a:off x="-289718" y="2033323"/>
          <a:ext cx="1931458" cy="13520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correlation analysis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" y="2419614"/>
        <a:ext cx="1352020" cy="579438"/>
      </dsp:txXfrm>
    </dsp:sp>
    <dsp:sp modelId="{17D32B99-39DB-464C-A42F-31427951CEFD}">
      <dsp:nvSpPr>
        <dsp:cNvPr id="0" name=""/>
        <dsp:cNvSpPr/>
      </dsp:nvSpPr>
      <dsp:spPr>
        <a:xfrm rot="5400000">
          <a:off x="5020255" y="-1924630"/>
          <a:ext cx="1255447" cy="85919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/>
            <a:t>plink --</a:t>
          </a:r>
          <a:r>
            <a:rPr lang="en-US" sz="1600" b="0" kern="1200" dirty="0" err="1"/>
            <a:t>bfile</a:t>
          </a:r>
          <a:r>
            <a:rPr lang="en-US" sz="1600" b="0" kern="1200" dirty="0"/>
            <a:t> </a:t>
          </a:r>
          <a:r>
            <a:rPr lang="en-US" sz="1600" b="0" kern="1200" dirty="0" err="1"/>
            <a:t>maf_filtered</a:t>
          </a:r>
          <a:r>
            <a:rPr lang="en-US" sz="1600" b="0" kern="1200" dirty="0"/>
            <a:t> --</a:t>
          </a:r>
          <a:r>
            <a:rPr lang="en-US" sz="1600" b="0" kern="1200" dirty="0" err="1"/>
            <a:t>pheno</a:t>
          </a:r>
          <a:r>
            <a:rPr lang="en-US" sz="1600" b="0" kern="1200" dirty="0"/>
            <a:t> pheno.txt --</a:t>
          </a:r>
          <a:r>
            <a:rPr lang="en-US" sz="1600" b="0" kern="1200" dirty="0" err="1"/>
            <a:t>covar</a:t>
          </a:r>
          <a:r>
            <a:rPr lang="en-US" sz="1600" b="0" kern="1200" dirty="0"/>
            <a:t> </a:t>
          </a:r>
          <a:r>
            <a:rPr lang="en-US" sz="1600" b="0" kern="1200" dirty="0" err="1"/>
            <a:t>pca_results.eigenvec</a:t>
          </a:r>
          <a:r>
            <a:rPr lang="en-US" sz="1600" b="0" kern="1200" dirty="0"/>
            <a:t> --linear --allow-no-sex  --out </a:t>
          </a:r>
          <a:r>
            <a:rPr lang="en-US" sz="1600" b="0" kern="1200" dirty="0" err="1"/>
            <a:t>dcm_control_assoc_adjusted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352020" y="1804891"/>
        <a:ext cx="8530632" cy="1132875"/>
      </dsp:txXfrm>
    </dsp:sp>
    <dsp:sp modelId="{E9E0D5C1-FAEF-4AD6-BA5C-076024DBA1FB}">
      <dsp:nvSpPr>
        <dsp:cNvPr id="0" name=""/>
        <dsp:cNvSpPr/>
      </dsp:nvSpPr>
      <dsp:spPr>
        <a:xfrm rot="5400000">
          <a:off x="-289718" y="3773840"/>
          <a:ext cx="1931458" cy="13520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ANNOVAR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annotation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" y="4160131"/>
        <a:ext cx="1352020" cy="579438"/>
      </dsp:txXfrm>
    </dsp:sp>
    <dsp:sp modelId="{83A1F641-228D-4348-A404-C6E099A893F8}">
      <dsp:nvSpPr>
        <dsp:cNvPr id="0" name=""/>
        <dsp:cNvSpPr/>
      </dsp:nvSpPr>
      <dsp:spPr>
        <a:xfrm rot="5400000">
          <a:off x="5020255" y="-184112"/>
          <a:ext cx="1255447" cy="85919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26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significant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SNPs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found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in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the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multi-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case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linear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model</a:t>
          </a:r>
          <a:endParaRPr lang="de-DE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352020" y="3545409"/>
        <a:ext cx="8530632" cy="1132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F9B84EA-7D68-4D60-9CB1-D50884785D1C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9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9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57EA8FF-5413-4162-AD7C-46C6EE77214D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9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9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9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014A6E9-4252-4647-9910-C2EB45FE19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26586-CC65-AD4E-A540-2C43575F80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64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26586-CC65-AD4E-A540-2C43575F80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20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26586-CC65-AD4E-A540-2C43575F80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12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26586-CC65-AD4E-A540-2C43575F80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82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26586-CC65-AD4E-A540-2C43575F80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84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26586-CC65-AD4E-A540-2C43575F80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30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variation">
  <p:cSld name="Thank you variation">
    <p:bg>
      <p:bgPr>
        <a:solidFill>
          <a:schemeClr val="accent2"/>
        </a:solidFill>
        <a:effectLst/>
      </p:bgPr>
    </p:bg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12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26736" y="3158029"/>
            <a:ext cx="1320473" cy="1532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125"/>
          <p:cNvSpPr txBox="1">
            <a:spLocks noGrp="1"/>
          </p:cNvSpPr>
          <p:nvPr>
            <p:ph type="title"/>
          </p:nvPr>
        </p:nvSpPr>
        <p:spPr>
          <a:xfrm>
            <a:off x="1026736" y="5144489"/>
            <a:ext cx="350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 panose="020B0604020202020204"/>
              <a:buNone/>
              <a:defRPr sz="5335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4E3D0D-D33E-EC4D-588C-1D245E758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489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E526FA-736E-BB2E-980C-DA491177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5EB5-A8BD-6F43-B3B4-7331586E6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50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F0F1D-15F3-4E05-9347-6D5BCF7BFA32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5A15E-8696-4B3F-A6AC-35DB85FDD7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C88EB-6EC4-4047-B98F-7F936A8535E1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9237D-4520-4C15-A62E-2462C28C1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250197"/>
            <a:ext cx="12192000" cy="1666381"/>
          </a:xfrm>
          <a:prstGeom prst="rect">
            <a:avLst/>
          </a:prstGeom>
          <a:solidFill>
            <a:srgbClr val="00844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14640" y="5413345"/>
            <a:ext cx="422211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>
                <a:solidFill>
                  <a:srgbClr val="0084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Ziming Huang</a:t>
            </a:r>
          </a:p>
        </p:txBody>
      </p:sp>
      <p:pic>
        <p:nvPicPr>
          <p:cNvPr id="2" name="图片 1" descr="D:\file\NormalFile\0-project\PowePoint\logo\1_Logo\LMU_Logo_CMYK_FlaechigGruen.jpgLMU_Logo_CMYK_FlaechigGruen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 bwMode="auto">
          <a:xfrm>
            <a:off x="80010" y="133350"/>
            <a:ext cx="2179320" cy="103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 descr="D:\file\NormalFile\1-德国事务\学生注册文件\学院注册\Motivation Letter\Sigillum_Universitatis_Ludovico-Maximilianeae.svg.pngSigillum_Universitatis_Ludovico-Maximilianeae.svg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 bwMode="auto">
          <a:xfrm>
            <a:off x="910776" y="1968512"/>
            <a:ext cx="2179597" cy="221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3271501" y="2198154"/>
            <a:ext cx="86623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Analysis of the Relationship between SNP and Heart Disease in 373 Patient Samples Based on microarray DNA</a:t>
            </a:r>
            <a:endParaRPr lang="en-US" altLang="zh-CN" sz="3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5325" y="6354445"/>
            <a:ext cx="60407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From 16/05/2024</a:t>
            </a:r>
            <a:r>
              <a:rPr 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progress report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0" y="6260358"/>
            <a:ext cx="12192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CC9F1D-8EA3-AF70-9E5C-69B69967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5EB5-A8BD-6F43-B3B4-7331586E6F4B}" type="slidenum">
              <a:rPr lang="en-US" smtClean="0"/>
              <a:t>2</a:t>
            </a:fld>
            <a:endParaRPr lang="en-US"/>
          </a:p>
        </p:txBody>
      </p:sp>
      <p:sp>
        <p:nvSpPr>
          <p:cNvPr id="6" name="Textfeld 1">
            <a:extLst>
              <a:ext uri="{FF2B5EF4-FFF2-40B4-BE49-F238E27FC236}">
                <a16:creationId xmlns:a16="http://schemas.microsoft.com/office/drawing/2014/main" id="{029E57A5-1D7F-8EE1-ECCF-4DBF81072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2670" y="226101"/>
            <a:ext cx="536665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9pPr>
          </a:lstStyle>
          <a:p>
            <a:pPr algn="ctr">
              <a:defRPr/>
            </a:pPr>
            <a:r>
              <a:rPr lang="en-US" altLang="zh-CN" sz="4000" b="1" kern="0" dirty="0">
                <a:solidFill>
                  <a:srgbClr val="009440"/>
                </a:solidFill>
                <a:latin typeface="Calibri" panose="020F0502020204030204" pitchFamily="34" charset="0"/>
                <a:ea typeface="ヒラギノ角ゴ Pro W3"/>
                <a:cs typeface="Calibri" panose="020F0502020204030204" pitchFamily="34" charset="0"/>
              </a:rPr>
              <a:t>Data Summary</a:t>
            </a:r>
            <a:endParaRPr lang="de-DE" altLang="de-DE" sz="4000" b="1" kern="0" dirty="0">
              <a:solidFill>
                <a:srgbClr val="009440"/>
              </a:solidFill>
              <a:latin typeface="Calibri" panose="020F0502020204030204" pitchFamily="34" charset="0"/>
              <a:ea typeface="ヒラギノ角ゴ Pro W3"/>
              <a:cs typeface="Calibri" panose="020F0502020204030204" pitchFamily="34" charset="0"/>
            </a:endParaRPr>
          </a:p>
        </p:txBody>
      </p:sp>
      <p:graphicFrame>
        <p:nvGraphicFramePr>
          <p:cNvPr id="2" name="Tabel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353961"/>
              </p:ext>
            </p:extLst>
          </p:nvPr>
        </p:nvGraphicFramePr>
        <p:xfrm>
          <a:off x="3346448" y="933987"/>
          <a:ext cx="54991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5699">
                  <a:extLst>
                    <a:ext uri="{9D8B030D-6E8A-4147-A177-3AD203B41FA5}">
                      <a16:colId xmlns:a16="http://schemas.microsoft.com/office/drawing/2014/main" val="2909226993"/>
                    </a:ext>
                  </a:extLst>
                </a:gridCol>
                <a:gridCol w="3973401">
                  <a:extLst>
                    <a:ext uri="{9D8B030D-6E8A-4147-A177-3AD203B41FA5}">
                      <a16:colId xmlns:a16="http://schemas.microsoft.com/office/drawing/2014/main" val="2906602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samples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373 samples (3 missing in raw data)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322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DNA source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human heart tissue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45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gender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256 males, 82 females, 32 inconsistency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56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Diagnose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 Control, 336 </a:t>
                      </a:r>
                      <a:r>
                        <a:rPr lang="en-US" altLang="zh-CN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Case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716813"/>
                  </a:ext>
                </a:extLst>
              </a:tr>
            </a:tbl>
          </a:graphicData>
        </a:graphic>
      </p:graphicFrame>
      <p:cxnSp>
        <p:nvCxnSpPr>
          <p:cNvPr id="8" name="Gerade Verbindung mit Pfeil 7"/>
          <p:cNvCxnSpPr>
            <a:endCxn id="3" idx="0"/>
          </p:cNvCxnSpPr>
          <p:nvPr/>
        </p:nvCxnSpPr>
        <p:spPr>
          <a:xfrm flipH="1">
            <a:off x="3161550" y="1941666"/>
            <a:ext cx="1081409" cy="9179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Pfeil nach rechts 8"/>
          <p:cNvSpPr/>
          <p:nvPr/>
        </p:nvSpPr>
        <p:spPr>
          <a:xfrm>
            <a:off x="6184900" y="4089400"/>
            <a:ext cx="622300" cy="4318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863590"/>
              </p:ext>
            </p:extLst>
          </p:nvPr>
        </p:nvGraphicFramePr>
        <p:xfrm>
          <a:off x="6896102" y="3148867"/>
          <a:ext cx="4800598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0299">
                  <a:extLst>
                    <a:ext uri="{9D8B030D-6E8A-4147-A177-3AD203B41FA5}">
                      <a16:colId xmlns:a16="http://schemas.microsoft.com/office/drawing/2014/main" val="4279137286"/>
                    </a:ext>
                  </a:extLst>
                </a:gridCol>
                <a:gridCol w="2400299">
                  <a:extLst>
                    <a:ext uri="{9D8B030D-6E8A-4147-A177-3AD203B41FA5}">
                      <a16:colId xmlns:a16="http://schemas.microsoft.com/office/drawing/2014/main" val="1517022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672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70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7333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786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595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89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368897"/>
                  </a:ext>
                </a:extLst>
              </a:tr>
            </a:tbl>
          </a:graphicData>
        </a:graphic>
      </p:graphicFrame>
      <p:cxnSp>
        <p:nvCxnSpPr>
          <p:cNvPr id="11" name="Gerade Verbindung mit Pfeil 10"/>
          <p:cNvCxnSpPr>
            <a:endCxn id="13" idx="6"/>
          </p:cNvCxnSpPr>
          <p:nvPr/>
        </p:nvCxnSpPr>
        <p:spPr>
          <a:xfrm flipV="1">
            <a:off x="8414502" y="1947447"/>
            <a:ext cx="3771896" cy="63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Ellipse 12"/>
          <p:cNvSpPr/>
          <p:nvPr/>
        </p:nvSpPr>
        <p:spPr>
          <a:xfrm>
            <a:off x="11868898" y="1796903"/>
            <a:ext cx="317500" cy="3010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hteck 2"/>
          <p:cNvSpPr/>
          <p:nvPr/>
        </p:nvSpPr>
        <p:spPr>
          <a:xfrm>
            <a:off x="375362" y="2859569"/>
            <a:ext cx="5572375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encode phenotype(diagnose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):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diagnose is None or diagnose == '?':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	return -9 # Unknown diagnosis, code as -9 </a:t>
            </a:r>
          </a:p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diagnose == 'N':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	return 1 # Control group, code as 1 </a:t>
            </a:r>
          </a:p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'DCM' in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diagnose.upper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():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	return 2 # DCM and its subtypes, code as 2 </a:t>
            </a:r>
          </a:p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diagnose == 'ICM':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	return 3 # ICM, code as 3 </a:t>
            </a:r>
          </a:p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'HCM' in diagnose or 'HOCM' in diagnose: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	return 4 # HCM/HOCM, code as 4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else: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	return 5 # Other cardiomyopathies, code as 5</a:t>
            </a:r>
          </a:p>
        </p:txBody>
      </p:sp>
    </p:spTree>
    <p:extLst>
      <p:ext uri="{BB962C8B-B14F-4D97-AF65-F5344CB8AC3E}">
        <p14:creationId xmlns:p14="http://schemas.microsoft.com/office/powerpoint/2010/main" val="715050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CC9F1D-8EA3-AF70-9E5C-69B69967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5EB5-A8BD-6F43-B3B4-7331586E6F4B}" type="slidenum">
              <a:rPr lang="en-US" smtClean="0"/>
              <a:t>3</a:t>
            </a:fld>
            <a:endParaRPr lang="en-US"/>
          </a:p>
        </p:txBody>
      </p:sp>
      <p:sp>
        <p:nvSpPr>
          <p:cNvPr id="6" name="Textfeld 1">
            <a:extLst>
              <a:ext uri="{FF2B5EF4-FFF2-40B4-BE49-F238E27FC236}">
                <a16:creationId xmlns:a16="http://schemas.microsoft.com/office/drawing/2014/main" id="{029E57A5-1D7F-8EE1-ECCF-4DBF81072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4178" y="226101"/>
            <a:ext cx="611514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9pPr>
          </a:lstStyle>
          <a:p>
            <a:pPr algn="ctr">
              <a:defRPr/>
            </a:pPr>
            <a:r>
              <a:rPr lang="en-US" altLang="zh-CN" sz="4000" b="1" kern="0" dirty="0">
                <a:solidFill>
                  <a:srgbClr val="009440"/>
                </a:solidFill>
                <a:latin typeface="Calibri" panose="020F0502020204030204" pitchFamily="34" charset="0"/>
                <a:ea typeface="ヒラギノ角ゴ Pro W3"/>
                <a:cs typeface="Calibri" panose="020F0502020204030204" pitchFamily="34" charset="0"/>
              </a:rPr>
              <a:t>Situation: Sex inconsistency</a:t>
            </a:r>
            <a:endParaRPr lang="de-DE" altLang="de-DE" sz="4000" b="1" kern="0" dirty="0">
              <a:solidFill>
                <a:srgbClr val="009440"/>
              </a:solidFill>
              <a:latin typeface="Calibri" panose="020F0502020204030204" pitchFamily="34" charset="0"/>
              <a:ea typeface="ヒラギノ角ゴ Pro W3"/>
              <a:cs typeface="Calibri" panose="020F0502020204030204" pitchFamily="34" charset="0"/>
            </a:endParaRP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118599"/>
              </p:ext>
            </p:extLst>
          </p:nvPr>
        </p:nvGraphicFramePr>
        <p:xfrm>
          <a:off x="1175657" y="882873"/>
          <a:ext cx="9840686" cy="5320855"/>
        </p:xfrm>
        <a:graphic>
          <a:graphicData uri="http://schemas.openxmlformats.org/drawingml/2006/table">
            <a:tbl>
              <a:tblPr/>
              <a:tblGrid>
                <a:gridCol w="1070066">
                  <a:extLst>
                    <a:ext uri="{9D8B030D-6E8A-4147-A177-3AD203B41FA5}">
                      <a16:colId xmlns:a16="http://schemas.microsoft.com/office/drawing/2014/main" val="279004094"/>
                    </a:ext>
                  </a:extLst>
                </a:gridCol>
                <a:gridCol w="1295763">
                  <a:extLst>
                    <a:ext uri="{9D8B030D-6E8A-4147-A177-3AD203B41FA5}">
                      <a16:colId xmlns:a16="http://schemas.microsoft.com/office/drawing/2014/main" val="3880221729"/>
                    </a:ext>
                  </a:extLst>
                </a:gridCol>
                <a:gridCol w="1390287">
                  <a:extLst>
                    <a:ext uri="{9D8B030D-6E8A-4147-A177-3AD203B41FA5}">
                      <a16:colId xmlns:a16="http://schemas.microsoft.com/office/drawing/2014/main" val="418823313"/>
                    </a:ext>
                  </a:extLst>
                </a:gridCol>
                <a:gridCol w="2949484">
                  <a:extLst>
                    <a:ext uri="{9D8B030D-6E8A-4147-A177-3AD203B41FA5}">
                      <a16:colId xmlns:a16="http://schemas.microsoft.com/office/drawing/2014/main" val="3452285608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3770134145"/>
                    </a:ext>
                  </a:extLst>
                </a:gridCol>
                <a:gridCol w="1901372">
                  <a:extLst>
                    <a:ext uri="{9D8B030D-6E8A-4147-A177-3AD203B41FA5}">
                      <a16:colId xmlns:a16="http://schemas.microsoft.com/office/drawing/2014/main" val="2644091762"/>
                    </a:ext>
                  </a:extLst>
                </a:gridCol>
              </a:tblGrid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IID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Sex(raw data)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Sex(Record)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Diagnose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PHENO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sex_consistency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477017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D24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DCM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068359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D27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DCM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1854645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D59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DCM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607052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D67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DCM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300886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D87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ICM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4988390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D104-2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ICM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599596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D106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Confused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264174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D108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Marfan Syndrom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121856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106641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D392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ARVC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207424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D15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DCM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Confused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404627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D36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Confused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379094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D42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Confused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741828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D46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Confused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5753693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Confused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940773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D66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Confused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277004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D184-2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Confused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288240"/>
                  </a:ext>
                </a:extLst>
              </a:tr>
              <a:tr h="1611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D194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Confused</a:t>
                      </a:r>
                    </a:p>
                  </a:txBody>
                  <a:tcPr marL="5725" marR="5725" marT="57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04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29E57A5-1D7F-8EE1-ECCF-4DBF81072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2670" y="226101"/>
            <a:ext cx="536665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1" charset="-128"/>
              </a:defRPr>
            </a:lvl9pPr>
          </a:lstStyle>
          <a:p>
            <a:pPr algn="ctr">
              <a:defRPr/>
            </a:pPr>
            <a:r>
              <a:rPr lang="en-US" altLang="zh-CN" sz="4000" b="1" kern="0" dirty="0">
                <a:solidFill>
                  <a:srgbClr val="009440"/>
                </a:solidFill>
                <a:latin typeface="Calibri" panose="020F0502020204030204" pitchFamily="34" charset="0"/>
                <a:ea typeface="ヒラギノ角ゴ Pro W3"/>
                <a:cs typeface="Calibri" panose="020F0502020204030204" pitchFamily="34" charset="0"/>
              </a:rPr>
              <a:t>Input Data Files and Associated Information</a:t>
            </a:r>
            <a:endParaRPr lang="de-DE" altLang="de-DE" sz="4000" b="1" kern="0" dirty="0">
              <a:solidFill>
                <a:srgbClr val="009440"/>
              </a:solidFill>
              <a:latin typeface="Calibri" panose="020F0502020204030204" pitchFamily="34" charset="0"/>
              <a:ea typeface="ヒラギノ角ゴ Pro W3"/>
              <a:cs typeface="Calibri" panose="020F0502020204030204" pitchFamily="34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722927" y="1742321"/>
            <a:ext cx="674614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Raw data: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M01144_01-04_PLINK_genotypes_GSAv4_hg38_forward.map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M01144_01-04_PLINK_genotypes_GSAv4_hg38_forward.bed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Sample - related Information Files: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M01144_01-04_samplesheet.csv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M01144_01-04_reclustered_summary.xlsx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Phenotype Information File: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Phenotype_Information_HTX_samples_Ziming.csv</a:t>
            </a:r>
          </a:p>
        </p:txBody>
      </p:sp>
    </p:spTree>
    <p:extLst>
      <p:ext uri="{BB962C8B-B14F-4D97-AF65-F5344CB8AC3E}">
        <p14:creationId xmlns:p14="http://schemas.microsoft.com/office/powerpoint/2010/main" val="1996357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AFAE222-C506-3B59-DB5F-52315F30B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61" y="203845"/>
            <a:ext cx="1175987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 b="1" kern="0">
                <a:solidFill>
                  <a:srgbClr val="009440"/>
                </a:solidFill>
                <a:latin typeface="Calibri" panose="020F0502020204030204" pitchFamily="34" charset="0"/>
                <a:ea typeface="ヒラギノ角ゴ Pro W3"/>
                <a:cs typeface="Calibri" panose="020F0502020204030204" pitchFamily="34" charset="0"/>
              </a:defRPr>
            </a:lvl1pPr>
            <a:lvl2pPr marL="742950" indent="-285750">
              <a:defRPr sz="2400">
                <a:latin typeface="Arial" charset="0"/>
                <a:ea typeface="ヒラギノ角ゴ Pro W3" pitchFamily="1" charset="-128"/>
              </a:defRPr>
            </a:lvl2pPr>
            <a:lvl3pPr marL="1143000" indent="-228600">
              <a:defRPr sz="2400">
                <a:latin typeface="Arial" charset="0"/>
                <a:ea typeface="ヒラギノ角ゴ Pro W3" pitchFamily="1" charset="-128"/>
              </a:defRPr>
            </a:lvl3pPr>
            <a:lvl4pPr marL="1600200" indent="-228600">
              <a:defRPr sz="2400">
                <a:latin typeface="Arial" charset="0"/>
                <a:ea typeface="ヒラギノ角ゴ Pro W3" pitchFamily="1" charset="-128"/>
              </a:defRPr>
            </a:lvl4pPr>
            <a:lvl5pPr marL="2057400" indent="-228600">
              <a:defRPr sz="2400">
                <a:latin typeface="Arial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9pPr>
          </a:lstStyle>
          <a:p>
            <a:r>
              <a:rPr lang="en-US" altLang="zh-CN" dirty="0"/>
              <a:t>Work flow</a:t>
            </a: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C1A9E8D7-885F-9EEF-1864-C196BCCD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5EB5-A8BD-6F43-B3B4-7331586E6F4B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3" name="Diagramm 2"/>
          <p:cNvGraphicFramePr/>
          <p:nvPr>
            <p:extLst>
              <p:ext uri="{D42A27DB-BD31-4B8C-83A1-F6EECF244321}">
                <p14:modId xmlns:p14="http://schemas.microsoft.com/office/powerpoint/2010/main" val="2614668829"/>
              </p:ext>
            </p:extLst>
          </p:nvPr>
        </p:nvGraphicFramePr>
        <p:xfrm>
          <a:off x="1124030" y="1120245"/>
          <a:ext cx="994393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3671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AFAE222-C506-3B59-DB5F-52315F30B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61" y="203845"/>
            <a:ext cx="1175987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 b="1" kern="0">
                <a:solidFill>
                  <a:srgbClr val="009440"/>
                </a:solidFill>
                <a:latin typeface="Calibri" panose="020F0502020204030204" pitchFamily="34" charset="0"/>
                <a:ea typeface="ヒラギノ角ゴ Pro W3"/>
                <a:cs typeface="Calibri" panose="020F0502020204030204" pitchFamily="34" charset="0"/>
              </a:defRPr>
            </a:lvl1pPr>
            <a:lvl2pPr marL="742950" indent="-285750">
              <a:defRPr sz="2400">
                <a:latin typeface="Arial" charset="0"/>
                <a:ea typeface="ヒラギノ角ゴ Pro W3" pitchFamily="1" charset="-128"/>
              </a:defRPr>
            </a:lvl2pPr>
            <a:lvl3pPr marL="1143000" indent="-228600">
              <a:defRPr sz="2400">
                <a:latin typeface="Arial" charset="0"/>
                <a:ea typeface="ヒラギノ角ゴ Pro W3" pitchFamily="1" charset="-128"/>
              </a:defRPr>
            </a:lvl3pPr>
            <a:lvl4pPr marL="1600200" indent="-228600">
              <a:defRPr sz="2400">
                <a:latin typeface="Arial" charset="0"/>
                <a:ea typeface="ヒラギノ角ゴ Pro W3" pitchFamily="1" charset="-128"/>
              </a:defRPr>
            </a:lvl4pPr>
            <a:lvl5pPr marL="2057400" indent="-228600">
              <a:defRPr sz="2400">
                <a:latin typeface="Arial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9pPr>
          </a:lstStyle>
          <a:p>
            <a:r>
              <a:rPr lang="en-US" altLang="zh-CN" dirty="0"/>
              <a:t>Work flow</a:t>
            </a: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C1A9E8D7-885F-9EEF-1864-C196BCCD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5EB5-A8BD-6F43-B3B4-7331586E6F4B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8" name="Diagramm 7"/>
          <p:cNvGraphicFramePr/>
          <p:nvPr>
            <p:extLst>
              <p:ext uri="{D42A27DB-BD31-4B8C-83A1-F6EECF244321}">
                <p14:modId xmlns:p14="http://schemas.microsoft.com/office/powerpoint/2010/main" val="4276528902"/>
              </p:ext>
            </p:extLst>
          </p:nvPr>
        </p:nvGraphicFramePr>
        <p:xfrm>
          <a:off x="1124030" y="1120245"/>
          <a:ext cx="994393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930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AFAE222-C506-3B59-DB5F-52315F30B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61" y="203845"/>
            <a:ext cx="1175987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 b="1" kern="0">
                <a:solidFill>
                  <a:srgbClr val="009440"/>
                </a:solidFill>
                <a:latin typeface="Calibri" panose="020F0502020204030204" pitchFamily="34" charset="0"/>
                <a:ea typeface="ヒラギノ角ゴ Pro W3"/>
                <a:cs typeface="Calibri" panose="020F0502020204030204" pitchFamily="34" charset="0"/>
              </a:defRPr>
            </a:lvl1pPr>
            <a:lvl2pPr marL="742950" indent="-285750">
              <a:defRPr sz="2400">
                <a:latin typeface="Arial" charset="0"/>
                <a:ea typeface="ヒラギノ角ゴ Pro W3" pitchFamily="1" charset="-128"/>
              </a:defRPr>
            </a:lvl2pPr>
            <a:lvl3pPr marL="1143000" indent="-228600">
              <a:defRPr sz="2400">
                <a:latin typeface="Arial" charset="0"/>
                <a:ea typeface="ヒラギノ角ゴ Pro W3" pitchFamily="1" charset="-128"/>
              </a:defRPr>
            </a:lvl3pPr>
            <a:lvl4pPr marL="1600200" indent="-228600">
              <a:defRPr sz="2400">
                <a:latin typeface="Arial" charset="0"/>
                <a:ea typeface="ヒラギノ角ゴ Pro W3" pitchFamily="1" charset="-128"/>
              </a:defRPr>
            </a:lvl4pPr>
            <a:lvl5pPr marL="2057400" indent="-228600">
              <a:defRPr sz="2400">
                <a:latin typeface="Arial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ヒラギノ角ゴ Pro W3" pitchFamily="1" charset="-128"/>
              </a:defRPr>
            </a:lvl9pPr>
          </a:lstStyle>
          <a:p>
            <a:r>
              <a:rPr lang="en-US" altLang="zh-CN" dirty="0"/>
              <a:t>Significant SNPs: Chromosomal Locations, Gene Names and Their Implications</a:t>
            </a: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C1A9E8D7-885F-9EEF-1864-C196BCCD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5EB5-A8BD-6F43-B3B4-7331586E6F4B}" type="slidenum">
              <a:rPr lang="en-US" smtClean="0"/>
              <a:t>7</a:t>
            </a:fld>
            <a:endParaRPr lang="en-US"/>
          </a:p>
        </p:txBody>
      </p:sp>
      <p:sp>
        <p:nvSpPr>
          <p:cNvPr id="4" name="Rechteck 3"/>
          <p:cNvSpPr/>
          <p:nvPr/>
        </p:nvSpPr>
        <p:spPr>
          <a:xfrm>
            <a:off x="3048000" y="2372156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By using the linear algorithm, we can identify the SNPs that are significantly associated with multiple heart diseases.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significant SNPs listed herein are likely to be of crucial importance in our exploration of the genetic basis underlying heart disease.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Their specific chromosomal locations and corresponding gene names offer valuable perspectives regarding potential genetic markers and pathways implicated in the pathogenesis of heart conditions.</a:t>
            </a:r>
          </a:p>
        </p:txBody>
      </p:sp>
    </p:spTree>
    <p:extLst>
      <p:ext uri="{BB962C8B-B14F-4D97-AF65-F5344CB8AC3E}">
        <p14:creationId xmlns:p14="http://schemas.microsoft.com/office/powerpoint/2010/main" val="2848934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C1A9E8D7-885F-9EEF-1864-C196BCCD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5EB5-A8BD-6F43-B3B4-7331586E6F4B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296030"/>
              </p:ext>
            </p:extLst>
          </p:nvPr>
        </p:nvGraphicFramePr>
        <p:xfrm>
          <a:off x="112151" y="68580"/>
          <a:ext cx="11759876" cy="6789420"/>
        </p:xfrm>
        <a:graphic>
          <a:graphicData uri="http://schemas.openxmlformats.org/drawingml/2006/table">
            <a:tbl>
              <a:tblPr/>
              <a:tblGrid>
                <a:gridCol w="2578921">
                  <a:extLst>
                    <a:ext uri="{9D8B030D-6E8A-4147-A177-3AD203B41FA5}">
                      <a16:colId xmlns:a16="http://schemas.microsoft.com/office/drawing/2014/main" val="1070382253"/>
                    </a:ext>
                  </a:extLst>
                </a:gridCol>
                <a:gridCol w="2578921">
                  <a:extLst>
                    <a:ext uri="{9D8B030D-6E8A-4147-A177-3AD203B41FA5}">
                      <a16:colId xmlns:a16="http://schemas.microsoft.com/office/drawing/2014/main" val="646083112"/>
                    </a:ext>
                  </a:extLst>
                </a:gridCol>
                <a:gridCol w="2578921">
                  <a:extLst>
                    <a:ext uri="{9D8B030D-6E8A-4147-A177-3AD203B41FA5}">
                      <a16:colId xmlns:a16="http://schemas.microsoft.com/office/drawing/2014/main" val="2773693422"/>
                    </a:ext>
                  </a:extLst>
                </a:gridCol>
                <a:gridCol w="4023113">
                  <a:extLst>
                    <a:ext uri="{9D8B030D-6E8A-4147-A177-3AD203B41FA5}">
                      <a16:colId xmlns:a16="http://schemas.microsoft.com/office/drawing/2014/main" val="1011385241"/>
                    </a:ext>
                  </a:extLst>
                </a:gridCol>
              </a:tblGrid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Single Nucleotide Polymorphism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Chromosomal position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Mutation-type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Corresponding gene name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68563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rs6662316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: 244222912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intergenic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ZBTB18-to-C1orf100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666969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exm2266124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: 139378785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NRG2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963659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rs11950646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: 139378785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NRG2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747529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rs10063949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: 139383837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NRG2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168931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rs9262134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 : 30650523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PPP1R18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227509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GSA-rs73703314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 : 77289437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ncRNA_intronic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APTR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235607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rs2267705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 : 139996449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intergenic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KDM7A-DT-to-SLC37A3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84011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rs2721266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 : 2895605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CSMD1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728509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rs16907232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 : 137456932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intergenic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KHDRBS3-to-LINC02055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919643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rs7816962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 : 137504543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intergenic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KHDRBS3-to-LINC02055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768321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GSA-rs943170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 : 7468664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intergenic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KDM4C-to-DMAC1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713115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GSA-rs7873050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 : 7512186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intergenic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KDM4C-to-DMAC1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226915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GSA-rs10967482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 : 26699113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intergenic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LOC100506422-to-CAAP1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957635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GSA-rs17256298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 : 80489443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GNAQ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885609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GSA-rs77695840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 : 80504523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GNAQ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59729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rs7071119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 : 127647515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FANK1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09715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rs60883840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 : 131319448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MGMT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134721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rs4758274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 : 8049276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intergenic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CASC23-to-TUB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63203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rs11024797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 : 18802768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PTPN5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279689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rs1211610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 : 131122509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RIMBP2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4404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rs9571875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 : 68284298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intergenic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LINC00364-to-LINC00550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542372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rs1163881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 : 111532499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ANKRD10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295898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GSA-rs35134902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 : 80756584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CDYL2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97283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rs566483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 : 4323022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DLGAP1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096786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rs8133171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 : 24522616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intergenic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MIR6130-to-D21S2088E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937587"/>
                  </a:ext>
                </a:extLst>
              </a:tr>
              <a:tr h="22217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rs4986503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 : 17369377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intergenic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NONE-to-NONE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535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756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0"/>
            <a:ext cx="5080000" cy="6858000"/>
          </a:xfrm>
          <a:prstGeom prst="rect">
            <a:avLst/>
          </a:prstGeom>
        </p:spPr>
      </p:pic>
      <p:sp>
        <p:nvSpPr>
          <p:cNvPr id="4" name="Rechteck 3"/>
          <p:cNvSpPr/>
          <p:nvPr/>
        </p:nvSpPr>
        <p:spPr>
          <a:xfrm>
            <a:off x="3886200" y="1217468"/>
            <a:ext cx="457200" cy="1454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037597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0"/>
            <a:ext cx="5080000" cy="6858000"/>
          </a:xfrm>
          <a:prstGeom prst="rect">
            <a:avLst/>
          </a:prstGeom>
        </p:spPr>
      </p:pic>
      <p:sp>
        <p:nvSpPr>
          <p:cNvPr id="5" name="Rechteck 4"/>
          <p:cNvSpPr/>
          <p:nvPr/>
        </p:nvSpPr>
        <p:spPr>
          <a:xfrm>
            <a:off x="3886200" y="1412730"/>
            <a:ext cx="457200" cy="1454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54259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05600" cy="168592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" y="1821007"/>
            <a:ext cx="5646593" cy="174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73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6218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e018ea0-78f9-47a1-a8be-d2e46dba2c78"/>
  <p:tag name="COMMONDATA" val="eyJoZGlkIjoiMjVkZDA3NTFjMGI0ZmMxZTJkNTY4MmQwZjYxNzU2Nz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MyNDEyNjc2ODQ1IiwKCSJHcm91cElkIiA6ICI2MjM0NDIzNiIsCgkiSW1hZ2UiIDogImlWQk9SdzBLR2dvQUFBQU5TVWhFVWdBQUEzUUFBQUhBQ0FZQUFBRHFWQ3J4QUFBQUNYQklXWE1BQUFzVEFBQUxFd0VBbXB3WUFBQWdBRWxFUVZSNG5PemRlWHhNOS80RzhPYzdTellTdXlURUdrdUprSmxJRUtwVVJTMVhMSzI5dHJiVVR2U3Fva3B4VmEyeGxGWXRQL3N1dGxLS1huc3NXUkFTWXQ5aURSR3l6bngvZjJoeXBZSWtrcHlaelBOK3ZieHVPblBtbkdkeW1ablBuUE9jQXhB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mtka1RTZ2NneWsvYzNOeUthalNhY2tLSXNnQktDaUVjQVpRR1VBcEFZU0ZFUVNtbEF3QjdBRm9oaEFTUStpY1pRQ3lBSjMvL2VXdzBHbThKSVc0SkllNGFqY2E3UnFQeGVteHM3TFdyVjY4bUtQSUVpWWlJaU1pa2NLQWp5b2J5NWN2YkZDcFVxSnBLcGFvQm9EWUFUd0RWaEJCRmMzdmJVa29qZ0d0Q2lIQXBaYkJLcFFveEdBemhvYUdobHdBWWMzdjdSRVJFUkdRNk9OQVJaVUtwVXFYc0hCMGR2UUM4RDZDNUVNSWJnT2FmeXhVclZnek96czV3ZG5aRzBhSkZVYng0Y1pRb1VRTEZpeGVIdmIwOTdPenNZR3RyQzF0YlcyZzBHa2dwQVFCU1NpUW5KeU11TGk3dHo1TW5UM0R2M2ozY3ZYc1hqeDQ5d3NPSEQzSDc5bTNjdlhzWEtTa3BHY1dNazFJZWtGTHVCbkJFclZhSG5qcDFLamtYZnkxRVJFUkVwREFPZEVTdjRlYm01cVRWYWo4V1FuUVFRalFCWUpWNm40Mk5EVnhkWGVIcTZvcHExYXFoUm8wYUtGKytQT3pzN0hJOWw4Rmd3TTJiTjNINThtV0VoNGZqNHNXTHVIVHBFdTdjdWZQUFJaOEIrRjFLdVFuQTNwQ1FrUHU1SG82SWlJaUk4aFFIT3FLWGVIaDRGQlpDdEJkQ2RNZUx2WEVDZURIQXVibTV3Y1BEQXo0K1BuQjNkNGRhclZZMjdEODhlZklFUVVGQk9INzhPTTZlUFl0TGx5N0JhRXc3QXRNQTRJQ1VjcW1VY210b2FPaGpCYU1TRVJHWkxQYmh5ZHh3b0NNQ2hJZUhSejBoUkM4aFJEY0FOZ0RnNE9DQXVuWHJvbW5UcG1qUW9BR3NyS3plc2hyVDh1VEpFK3pkdXhjSER4N0VxVk9uOE96WnM5UzdFcVNVYXdFc0NRa0orYStDRVltSWlCVERQanpsRnh6b3lKS3BQVHc4V2draHhnZ2hhZ09BVnF1Rmo0OFAyclp0Q3g4Zkg1UGJDNWRkeWNuSk9IandJTFp0MjRaang0NGhLU2twOWE3VFJxUHhwOGVQSDIva040VkVSSlNmc1E5UCtSVUhPckpFR2c4UGp3NHFsV29zZ0tvQVVMcDBhYlJwMHdidDJyVkQ0Y0tGRlk2WHUrTGk0ckJ0MnpaczJyUUpseTlmVHIzNUhvQWZIajE2dElpREhSRVI1UmZzdzVNbDRFQkhGa1duMDMwQVlKWVF3Z01BWEYxZDBhTkhEelJ2M2h3cWxVcmhkSGxMU29tZ29DQ3NXTEVDUjQ4ZVRiM3RKb0RSSVNFaEsvR2lkMGRFUkdSVzJJY25TOE9CemtLNXVibFpXVmxaT1FNb0phVjBCRkFJTDRxK3hZUVFSYVdVdGdDMEFLeWtsRllxbFVwS0tSTUFKQWdoRWdBOEIzQmZTdmxRQ1BISWFEVEdHSTNHT3dCdW5qNTkrdGxyTjZ3UUR3K1A4aXFWYWdhQXRnQlFybHc1REJvMENJMGFOWUlRL0djUUVSR0J1WFBudmp6WWhRTDRNaVFrNUtTeXlZaUlpREtGZlhpeVdQd2ttODlWcTFiTjJjYkdwb3FVc29wS3BYS1RVbm9JSVNvRGNFWXUvZjh2cGJ3TElPcnZvbThvZ0hQSnlja1JaOCtldlpzYjIzc0xvZFBwZWdzaEFnQVVLRlNvRUhyMzdvM09uVHViM0xkeXB1RDA2ZE9ZUG4wNnpwNDlDeW1sVVFneDU5bXpaOTlGUmtZK1ZUb2JFUkZSQnRpSFp4L2U0bkdneTBmS2x5OXY0K0RnVUV1dFZ1c0JOQUR3Z1JDaTlNdkxxTlZxbEN4Wk1xM2NXNkpFQ1RnNk9xSnc0Y0p3Y0hCQW9VS0Y0T0RnQUNzcksyZzBHbWcwR3FqVmFrZ3BrWmlZaUlTRUJDUW1KdUw1OCtkcDVkNkhEeDhpSmlZR2QrL2VSWFIwTk83ZXZZdm56NTluRlBHT2xQSlBBSDhaRElianAwK2ZQb2RjUEpPVFRxY3JCV0NoRUtJRkFMUm8wUUlqUm95QXZiMTlibTB5WHpBYWpkaTRjU1BtejUrUEowK2VBRUNVd1dEb0VCWVdGcUowTmlJaW9yK3hEODgrUFAyTkE1MlpxMVdyVmhVaHhBZENpSlpDaUtZQTBwcTh4WXNYUjlXcVZWR3hZa1ZVcmx3WlZhcFVRZm55NWFIVmFuTTFrNVFTTVRFeE9ILytQTTZkTzRlb3FDaGN2bndaVjY5ZWZmazRjQUI0S0tYY0xLWGNEdUMvT1hrc3VJZUhoNDhRSWxBSVVhSllzV0w0OXR0djBiaHg0NXhhdlVWNC9QZ3h2di8rZXh3NmRBaFN5a1NWU3VWLzZ0U3BuNVhPUlVSRWxvMTkrUDloSDU0QURuUm1xVWFOR2pXMVdtMmJ2OHUrcnFtM2x5OWZIanFkRGpxZERucTlIczdPemdxbWZGVmNYQnhPblRxRm9LQWduRDE3RnVmUG4zOTV3RXNCc0V0S3VmVHUzYnM3YjkrK25lRXV2c3p3OFBENFFxVlN6UWVnOGZIeHdhUkprK0RnNEpBVFQ4SGlTQ214ZXZWcXpKa3pCMGxKU1pCU3pnOEpDUmtFdmtFUUVTbU9mWGoyNFYvR1Byemw0dDkrTTFHelprMFh0VnJkVlFqUkMzOGZXbUJuWndjdkx5LzQrUGlnWWNPR0tGbXlwTUlwcytieDQ4Zll0MjhmRGh3NGdGT25UcjE4bU9aVEtlVktnOEd3OFBUcDA4RlpXS1hLdzhOam1rcWxHaWFFd0dlZmZZYkJnd2Z6UlQ0SGhJZUhZK2pRb1hqMDZCR2tsRnZ1MzcvZitlYk5tL0ZLNXlJaXNnVHN3N01QbnhYc3cxc2VmdEkxYldvUEQ0OFBWU3JWVjFMS05rSUlsYTJ0TGVyVXFRTmZYMTgwYXRRSTF0YldTbWZNRVFrSkNkaTllemQyN05pQjRPRGd0RDEzVXNxL3BKUlRRME5EZCtITmZUdVZYcStmQTZDL3RiVTF4b3daZ3hZdFd1UkZkSXR4Ky9adERCdzRFTmV1WFFPQWZZbUppYzNEdzhPVDN2WTRJaUxLUFBiaDAyTWZQbnZZaDdjc0hPaE1VS1ZLbGF3TEZpellTYVZTZlllL0Q2bXNXclVxL1B6ODBMcDFhOWphMmlxY01IZmR1M2NQcTFldnh0YXRXL0g0Y1ZxdDdqeUFFY0hCd2RzemVJamF3OFBqWjVWSzFjZkd4Z1pUcDA2Rmo0OVAzZ1cySUk4ZlA4WVhYM3lCSzFldVFFcTVJU1FrcENOeThZMmNpTWdTc0ErZk1mYmgzeDM3OEphQkE1MEo4ZlQwdERNYWpUMEFqQlpDbE5acXRXalNwQW02ZE9rQ056YzNwZVBsdWNURVJHemF0QWxyMTY3RmpSczNBQUJTeWlOU3loR2hvYUdIVTVmVDZYVFRoQkREYlcxdE1YMzZkTlNwVTBleHpKYmczcjE3Nk4yN04rN2N1UU1wNWV5UWtKQWhTbWNpSWpJMzdNTy9HZnZ3T1lkOStQeVBBNTFwVUhsNGVIUVNRa3dWUXBTeXNiRkJ5NVl0OGZubm44UFIwVkhwYklwTFNVbkJoZzBic0dUSkVqeDQ4QUFBSklEZmtwT1R2OUZvTkcyRkVJdXNyS3dRRUJBQWIyOXZoZE5haHV2WHI2TmJ0MjU0OXV5Wk5CcU5iVU5EUTdjb25ZbUl5TlN4RDU4cDdNUG5FdmJoOHkvKzYxRFkzNGNUekJKQ2VHbTFXclJ0MnhaOSt2UkJrU0pGbEk1bWN1TGo0N0ZreVJJc1g3NDg5UnVtWjBLSUFnQXdac3dZdEczYlZ1bUlGbVhQbmowWU9YSWtBRHlRVXRZS0NRbTVyWFFtSWlJVHhENDgrL0FtZzMzNC9Ja0RuVUk4UER3Sy83MUg3Z3NBZVAvOTkrSHY3NCt5WmNzcUhjM2tYYnQyRGVQSGowZFlXQmdBb0Z1M2JoZzJiSmpDcVN6VGhBa1RFQmdZbU5xbisxVHBQRVJFcG9KOWVQYmhUUlg3OFBrUEJ6b0YxS3BWeTFlbFVpMFNRcmk0dUxoZzFLaFI3SDFsa1pRU0d6ZHVSSFIwTkFZTUdNQkRNUlFTRXhNRFB6OC94TVhGU1FEZXZOWU5FVms2OXVIVFl4L2VOTEVQbjcvd1UzQWVjbkZ4c1MxUm9zUjBJVVEvbFVxRkRoMDZZTWlRSWJDeXNsSTZHbEcyclZpeEFqTm56b1NVOHErUWtCQ2Vmb3lJTEJYNzhHL0FQcnpwWVI4Ky8rQkFsMGZjM056S1dsbFpiUkJDZUpVcVZRb1RKa3lBaDRlSDByR0kzbGxDUWdLYU5XdUd1TGc0YVRRYXE0YUdobDVVT2hNUlVWNWlIejd6MkljM0xlekQ1dzlxcFFOWWdwbzFhMzZvMVdyM0NpRXErZmo0WVA3OCtlektVYjZoMFdnUUV4T0RNMmZPQ0NHRTRjNmRPMzhvblltSUtDOTRlSGdVZG5aMm5xTlNxZVlKSVVxLy8vNzdtREZqQmxxMmJKbnZPM0xacGRWcTRlWGxoYVpObXlJaUlnSjM3OTYxQWw3MDRYdjE2cVYwUEl2ajZ1cUtlL2Z1SVNJaXdnNUF1ZWpvNlBWS1o2S3M0eDY2WEtiVDZUNERzRlN0VnFzKy8veHo5TzNibDMwdnluY2lJeVBScFVzWEFMZ2VIQnhjVHVrOFJFUzVqWDM0ZDhjK3ZHbGdIOTc4Y1E5ZEx0THBkSU9GRUw5YVcxdUxpUk1ub21QSGptYjlZaFViRzR0ZmYvMFZBd2NPeEtWTGwrRHA2Y2x2SUFrQVVLeFlNYXhkdXhhSmlZbUZTcFVxdGVUT25UdFBsTTVFUkpRYlhGeGNiRjFkWFdlclZLb0F0VnJ0MExGalIweWZQaDNseXZHN3JLd1NRcUI2OWVydzl2WTI2ODlINXM3VzFoWmFyUmJIamgwVEFLcEVSMGYvbjlLWktHczQwT1VTblU3M25SRGlKenM3TzB5ZE9oV05HalZTT2xLMkpTVWxZY09HRFJnK2ZEaU9IejhPS1NVdVg3Nk1qUnMzUXFQUm9FcVZLdEJxdFVySEpBVUpJUkFlSG80clY2N0FhRFNHUlVkSGh5bWRpWWdvcDdtNXVaVjFjSERZS1lUd0sxV3FGR2JPbkluMjdkdERyZWJIS1RKdlZhcFV3YnAxNjVDY25Gek8wZEZ4VlhSMDlDT2xNMUhtOFJVb0YzaDZlZzRCTU1YQndRR3paOCtHbDVlWDBwR3lSVXFKL2Z2M3c5L2ZIN3QyN1VKU1VoSThQVDNSdjM5L0pDUWs0TXFWS3dnS0NzSzJiZHRRckZneHVMcTY4aHMyQy9iZ3dRTWNPWElFQUtLam82TjNaT1l4bFNwVnNuWjJkaTdrN094Y3pOSFIwZG5KeWFtc3M3TnptWklsU3pxVktsV3FaTW1TSlV1VUxsMjZtS09qWTBFbkp5ZEVSMGNuNGNXWjBZaUk4aFQ3OEpTZnNROXYzdmpwTzRmcDlmb09BTmJhMk5oZzd0eTUwT2wwU2tmS2x0T25UMlBHakJrNGMrWU1BS0JDaFFvWU5HZ1FQdmpnZzdSbGdvS0NFQkFRZ01qSVNBQXZ2dDBaUG53NGF0ZXVyVWhtVXRiKy9mdng5ZGRmUTBxNU5TUWt4SzlTcFVyV2RuWjI1ZFZxZFVVQTVhU1VMa0tJTWtLSU1nREtBSEFCWUpQRnpSZ0F4RWdwN3dzaExrc3BJd0JFQ1NHdUdneUd5MkZoWVZIZ3hWR0pLSWV4RDArV2dIMTQ4OFZYb3h5azAraytFRUw4cVZhck5ULysrQ00rL1BCRHBTTmwyWTBiTnpCbnpoenMzYnNYd0l0dTFKZGZmb24yN2R0RHBWSzlzcnpSYU1UMjdkdnh5eSsvSURvNkdnRFFvRUVEREI0OEdLNnVybm1hblpSMTh1Uko5TzNiRndCU3BKUlhBVlFVUXJ6NmwrWWwxdGJXc0xHeGdhMnRMV3h0YldGall3T05SZ01wWmRvZm85R0loSVFFeE1YRjRlblRwMGhNVEh6dCtxU1VjUUNPQ2lFT0d3eUdVNG1KaVVjaklpSWU1dVR6SkNMTDhuY2ZQc0RLeWdvLy9QQURtalp0cW5Ra29sd2hwVVNUSmszdzVNa1RDQ0hLblRwMTZyclNtU2h6T05EbEVKMU9WMG9JY1JwQXNaRWpSK0xUVHo5Vk9sS1dQSDc4R0lzV0xjS2FOV3RnTkJwaGEydUxUcDA2NFlzdnZvQ056ZHQzb2lRbUptTFpzbVZZc1dJRjR1TGlvRktwMHE3RFU3eDQ4VHg0QnFTMGlJZ0lkTzNhTmUyLzFXbzFuSnljNE9MaWdsS2xTc0hSMFJGT1RrN3AvdGZhMmpyTDIwbE1URVJNVEF4dTNyeUphOWV1NGZyMTY0aU9qc2ExYTlkdzllcFZKQ2Nudjd5NEFjQlJLV1dnbEhKdmFHaG82RHMvVVNLeUdILzM0WCt3czdQRGxDbFQ0T1BqbzNRa29sdzFZc1FJN04yN0YwYWpzV2RvYUNoUGptSW1PTkRsREkxZXI5OE5vSEdyVnEwd2Z2eDRwZk5rV2tKQ0FqWnMySUJmZnZrRno1OC9oMXF0UnZQbXpURm8wS0JzRFdLUEh6L0d2SG56c0hYclZxU2twTURXMWhhOWV2VkM1ODZkWVdkbmx3dlBnRXlGbEJLN2R1MkNXcTJHcTZzcnlwVXJCNDFHazZjWmtwT1RFUmtaaWRPblR5TXNMQXdoSVNGNCtQQi9PK2lrbEJkVkt0V3ZCb05oUTJobzZOVThEVWRFWnNYVDAzT0lsSEtXZzRNRFpzMmFoVnExYWlrZGlTalhyVjY5R3RPbVRZT1Vja0ZJU0VpL3pEeW1VcVZLMXRiVzFnWFVhclVkZ0FKQ0NEc2hoTVpvTkJyVWFyWEJZREFZTkJxTndXZzB4Z040SEJvYUdndldJM0lVQjdvY29OUHB4Z29oeHBjclZ3NnJWNi9PMWw2SHZHWXdHUERubjM4aUlDQUFkKy9lQlFEVXFWTUgvdjcrcUZTcDBqdXYvL3IxNjVneFl3WU9IandJQUNoYXRDZ0dEeDZNRmkxYThHeGdsR2VrbElpTWpNUmZmLzJGSTBlT0lEdzhQUFYyQ1dBZmdPa2hJU0c3d0JPdEVORkw4a3NmbmlpcjJJYzNUeHpvM3BHSGg0ZUhFQ0xZMXRaV0xGMjZGSlVyVjFZNjBsdWRPblVLTTJmT3hQbno1d0VBbFN0WHhwQWhRMUN2WHIwYzMxWklTQWhtenB5WjlrRzZRb1VLOFBmMzUyRXJwSWdiTjI1ZzgrYk4yTHQzTDI3ZXZKbDY4M21qMFRncE9UbDVmWGg0ZUpLUytZaEllZm1oRDArVVhlekRteWNPZE85R3BkUHBEZ29oZlByMDZaUDZEOEJrWGJseUJiTm56OGFCQXdjQUFDVkxsa1Rmdm4zaDUrZVhxMmZyU2owVWIvNzgrYmgxNnhZQXdOdmJHME9IRGtYVnFsVnpiYnRFcnlPbHhKRWpSN0JzMlRLY1BIa3k5YmFyUWdqLzRPRGd6UXJISXlLRm1Ic2ZudWhkc1E5dm5qalF2UU9kVHRkZENQRi9aY3FVd2ZyMTYwMzI0dG9QSGp6QW9rV0xzSDc5ZWtncFVhQkFBWFR0MmhVOWUvYk0wOE5EazVPVHNYTGxTaXhidGl6MURFcG8zYm8xK3ZUcEF5Y25wenpMUWZTeUN4Y3U0TGZmZnNPK2Zmdnc0a2hNSEV4T1RoNTI1c3laVTBwbkk2SThaYlo5ZUtLY3dqNjhlZUpBbDAyVktsVnljSEJ3dUFTZ2VFQkFBQm8wYUtCMHBGZkV4OGRqOWVyVldMeDRNZUxqNDZIUmFOQ3FWU3NNSERnUVJZb1VVU3hYYkd3c0ZpeFlnRTJiTmlFNU9SbFdWbGJvMGFNSHVuYnRDbnQ3ZThWeWtXVTdkKzRjcGsrZmp0RFFVRWdwalFCK2lvbUpHWC8xNnRVRXBiTVJVZTR6eHo0OGtTVmdILzd0T05CbGs0ZUh4eENWU2pXcmJ0MjZtRGR2bnRKeDBrbEpTY0d1WGJzd1o4NGNQSGp3QU1DTGE4TU5IVG9VRlNwVVVEamQvOXkrZlJzelo4N0V2bjM3QUFDRkN4ZkdnQUVEOEs5Ly9jdGs5M1pTL2lhbHhMNTkrekIxNmxUY3YzOGZVc3B6Qm9QaHM5T25Ud2NyblkySWNvODU5dUdKTEJYNzhLL2lRSmNONWN1WHR5bGF0T2hsQU00TEZ5NkVYcTlYT2xLYVk4ZU9ZZGFzV2JoNDhTSUFvRnExYWhnNmRDaHExNjZ0Y0xMWE8zdjJMR2JNbUlHd3NEQUFRTm15WmVIdjc0LzMzMzlmNFdSa3FaNCtmWW9mZi93UnUzYnRBb0JrQUlPQ2c0Ti9VVGdXRWVVT3MrckRFOUVMN01QL0R3ZTZiRWp0enJtN3UyUHAwcVZLeHdFQVJFVkZZZGFzV1RoNjlDZ0F3Tm5aR2YzNjlVT0xGaTF5OVlRbk9TVjF6OGpjdVhOeC9mcDFBSUJlcjhmUW9VUGg1dWFtY0RxeVZQdjM3OGY0OGVQeDlPbFRTQ2tYcUZTcXdhZE9uVXArK3lPSnlGeVlTeCtlaUY3UDB2dndwdjlKM3dUcGRMcHdJVVQxYWRPbW9YSGp4b3BtdVhmdkhuNzU1UmRzMmJJRlVrclkyOXVqZS9mdStPeXp6OHp5VFNrbEpRVnIxNjdGa2lWTEVCTVRBeUVFUHY3NFkvVHIxdytsUzVkV09oNVpvQnMzYm1EWXNHRzRjdVVLQUJ5SWpZMzlWMVJVVkt6U3VZam8zWmxESDU2SU1zOVMrL0FjNkxKSXI5ZlhCQkJXb2tRSjdOeTVVN0c5WDNGeGNWaTFhaFdXTEZtQ3BLUWthTFZhdEczYkZ2MzY5WU9EZzRNaW1YTFNzMmZQOE91dnYyTDkrdlZJVEV5RVJxTkIxNjVkMGFOSER4UXFWRWpwZUdSaG5qMTdodEdqUitQZ3dZT1FVcDZRVXZxR2hvWStWam9YRWIwYlUrN0RFMUgyV0dJZlhxMTBBSFBqN096Y0QwQ2pGaTFhS05MeFNrbEp3Wll0VytEdjc0L0Rody9EYURTaWNlUEdtREZqQmxxMGFKRnZ6c3BsWldXRmV2WHFvVldyVm5qdzRBR2lvcUlRR2hxS1RaczJ3ZGJXRmxXcVZJRmF6YisrbERlc3JLelF0R2xUM0x4NUUxRlJVYVVCZkZ5NGNPRU5EeDQ4aUZjNkd4RmxUL255NVczczdPeldBN0QvL3Z2djRlenNySFFrSXNvQlFnaFVyRmdSZm41K2lJNk94cVZMbDBxb1ZLcmV6czdPOSs3Y3VaTXZEOEhrSitLc0VVNU9Ua3VFRUlXLytlWWJsQ3haTWs4M2Z2RGdRUXdmUGh6YnRtMURRa0lDM04zZE1YbnlaSFR2M2oxZjdKWExTTUdDQmRHa1NSTTBiTmd3N1dLVGh3OGZ4czZkTytIazVJVHk1Y3ViUlVlUXpKOUtwVUtqUm8xdzc5NDlSRVpHT21tMTJnK0ZFQ3VmUG4zS1RoMlJHYXBRb1VJWEljUm43dTd1Nk5ldm45SnhpQ2lIV1Z0Ym8wbVRKcWhTcFFxT0hqMnFUa3BLYXVYazVPUlV1blRwM1hmdTNERXFuUzhuOFpOd0Z0U3NXVk92MFdoT2xTNWRHbHUyYk1telFlTGN1WE1JQ0FoSU80T1BpNHNMQmd3WWdLWk5tMXJVTUNPbHhNR0RCekZuemh4Y3Zud1pBT0R1N281aHc0YWhWcTFhQ3FjalN5R2x4UGp4NDdGdDJ6WklLYmVFaElTMEE1Q3YzaGlJTElFcDllR0pLSGZsOXo0ODk5QmxnYk96Y3djaHhNY05HemJFaHg5K21PdmJ1M1BuRHFaT25Zb3BVNmJnOXUzYktGU29FUHIxNjRjSkV5YWdjdVhLRmpYTUFTOTJvWmNyVnc3dDI3ZEhzV0xGRUJFUmdhdFhyMkxMbGkyNGRPa1NxbGF0eW40ZDVUb2hCT3JYcjQvVHAwL2o5dTNiN3prN094ZTZjK2ZPSDBybklxTE0wK3YxTllVUVkwdVVLSUV4WThaWTNQc3BrYVVwVktnUVdyWnNpYWlvS0Z5L2ZyMmNsWlhWUjA1T1R1dWpvNlB6eGNsU09OQmxnYk96OC9kQ2lNb2RPM1pFdFdyVmNtMDdUNTgreFcrLy9ZWlJvMFloSWlJQzF0Ylc2Tml4STZaUG53NHZMeStvVktwYzI3WTVVS2xVY0hOend5ZWZmQUlBaUlpSXdJVUxGN0J4NDBiRXhzYWlXclZxc0xXMVZUZ2w1V2RxdFJxTkdqWEN3WU1IRVJNVFU5ZlIwZkZjZEhUME9hVnpFVkhtS04ySEo2SzhsNS83OEpZOUdXU05TZ2poQXdEZTN0NjVzb0drcENTc1c3Y09yVnUzeHVMRmk1R1NrZ0pmWDE5czNMZ1J3NGNQUjhHQ0JYTmx1d0J3OSs1ZHRHblRCa1pqeGtlT25UbHpCcDZlbmtoS1NzcTFERmxsYTJ1TEFRTUdJREF3RUsxYXRZTFJhTVNxVmF2ZzUrZUhGU3RXSUNFaFgzenBRaWFxWU1HQ21EWnRHbXh0YlNHRVdGQ2pSbzB5U21jaW9rd1JVc29lQVBDdmYvMUw2U3hFbElmVWFqVisrT0VIK1BuNVFRamhZV2RudDZ0VXFWSjJTdWQ2Vnh6b01xbEdqUm9WQUJRcVhyeDRqbDhQVFVxSi9mdjNvME9IRHBneVpRcGlZMk9oMSt1eGJOa3lUSjQ4T1UvT3ZPWG82SWpBd0VDejNQdFh2SGh4akI4L0htdldyRUdkT25YdzdOa3p6Snc1RTIzYnRzVWZmL3p4MmlHVjZGMlZMVnNXbzBhTmdoQ2lxRmFyWFEyK3BoS1p2Sm8xYStxRUVPVkxseTROTnpjM3BlTVFVUjVUcVZUNDdydnZVci9RcWUzbzZMZ0tadjcrYmRiaDg1S1ZsVlVsQUtoUW9VS09ydmYwNmRQNC9QUFA4ZlhYWCtQR2pSc29YNzQ4cGsrZmpvVUxGNko2OWVvNXVxMzh6dFhWRlQvLy9EUG16WnVIeXBVcjQ5NjlleGcxYWhRKysrd3puRHFWTDg5U1N5YWdlZlBtYU42OE9ZUVE5WFU2M1FDbDh4RFJtNmxVcXZjQndNUERnOTA1SWdzbGhNRG8wYVBoN2UwTklZU2ZYcStmcm5TbWQ4R0JMcE9rbEJXQkYyZVl6QWszYnR6QXQ5OStpMTY5ZWlFc0xBeEZpeGJGaUJFanNINzllalJxMUNoVDYwZzlESExyMXEzNDhNTVBNVzNhTkFBdkR0Mzg2YWVmMExoeFl6Um8wQUNqUm8xQ1hGeGMydVBXckZrRFgxOWYxS3RYTCsweHFldDYvdnc1QUNBMk5oYi8vdmUvNGVQamcxYXRXaUVvS0NqZHR0KzBqZFIxQlFVRm9VdVhMcWhidHk0NmRPaUE4K2ZQcHozZWFEUmk2ZEtsYU4yNk5lclVxWU1XTFZxazNmKzIvRzlUdDI1ZHJGcTFDdDk5OXgwY0hSMFJFUkdCUG4zNllPalFvV2xueHlUS0tVSUlEQjgrSFBiMjlnQXdya3FWS3NXVnprUkVyeWVFYUFZQU9wMU82U2hFcENDdFZvdXBVNmZDMWRVVkFJWjZlSGg4cW5TbTdPSkFsMGxDaVBJQTN2bHd5OGVQSDJQV3JGbG8zNzQ5ZHUvZURWdGJXL1RzMlJOYnQyNUZ4NDRkczNYSVkxQlFFTFp0MjRhdnZ2b0tBREJ4NGtSRVJFUmd6Wm8xMkw1OU8ySmlZakI5K29zdkhtN2V2SW1wVTZkaTRzU0oyTHQzTDVvM2I1N2hPci8vL25zOGVmSUVXN2R1eGRLbFMzSDA2TkYwOTc5cEc2azJiZHFFMmJOblkvZnUzWEJ5Y3NLRUNSUFM3cHM1Y3lZMmJkcUVDUk1tNFBEaHc1ZzdkeTRLRnk2YzZYVy9qVXFsUXBzMmJiQjU4MmIwNmRNSEJRb1V3TUdEQjlHeFkwZjgrT09QZVBEZ1FaYldSL1FtUllvVXdaQWhReUNFS0ZxZ1FBR3ovcGFQS0ovTDlUNDhFWmtQOXVFdGpFNm5XNlhYNitYdnYvOHVzeU0rUGw2dVhMbFN2di8rKzFLdjE4dmF0V3ZMTVdQR3lIdjM3bVZyZlZKS2VmcjBhYW5YNjJWRVJFVGFiWThlUFpLZW5wNHlNakl5N2JaRGh3N0o5OTkvWDBvcFpYUjB0UFQwOUpSYnRtekpjRjNQbmoyVER4OCtsSHE5WG9hSGg2ZmRmK1RJRWFuWDYyVmlZdUpidDVHNnJ1dlhyNmZkZi9qd1llbnA2U2tOQm9PTWpZMlZYbDVlOHNTSkU2ODhwN2V0TzdzZVBYb2tmL2poQitubDVTWDFlcjJzWDcrK1hMeDRzWHorL1BrN3JaY29WVXBLaXV6Y3ViUFU2WFFHblU3SDQ2V0pURkNOR2pWYzlYcTk5UFgxVmZvbGc0aE15STRkTzZSZXI1YzZuZTRRekhDSGwwYnBBR2JFR1hoeEFvNnNNQnFOK1BQUFB4RVFFSURvNkdnQUw3NFZIRFpzR0twVXFaSWp3VjQrRERRNk9ocFNTblR1M1BtVjVaS1RrK0hvNklnSkV5WWdJQ0FBSzFhc3dMZmZmdnZLWVNkMzc5NEY4T0tFRDZsZVBzUG0yN2FScWxpeFltay8yOXZiUTBxSmxKUVUzTHAxQ3dhREFWV3JWbjNsOFc5YnQxYXJ6ZkIzOERaRmloVEJkOTk5aCs3ZHUyUEdqQms0ZE9nUTVzNmRpOVdyVjJQdzRNRm8zcnc1MUdwZXhZT3lUNjFXWS9EZ3dSZ3dZSUJLU2prZWdOa2V1a0dVWCtWV0g1Nkl6RnZ6NXMxeDVNZ1I3Tnk1czc1T3B4c1FFaEl5UitsTVdjR0JMcE9FRUE0QXNuVHBnT0RnWU15Y09SUG56cjI0UEZXbFNwVXdlUEJnMUs5ZlA2ZXpwZjFjdEdoUkFNQ09IVHZnNU9TVTRmTE5temZIUng5OWhObXpaMlBFaUJIWXMyZFB1dnRUbitPOWUvZlNmazRkOGpLN2pUY3BVcVFJQU9ENjlldXZuR0hzWGRmOU51WEtsVU5BUUFCT25UcUZXYk5tNGR5NWMvaisrKyt4Yk5reStQdjdvMjdkdWptK1RiSWNkZXJVUWJWcTFYRCsvUG0ydFdyVnFoSVdGblpCNlV4RTlEOVN5b3BDaUJ6cnd4TlIvcERhaHo5MDZCQmlZMlBIVmFsU1pmV0ZDeGZNcHA5amRyc1VsU0tsdEFjQU83dTNYNnJpNnRXckdENThPTDc4OGt1Y08zY09KVXFVd09qUm83Rm16Wm9jSCtiK3lkSFJFWHE5SHRPbVRjUGR1M2RoTUJodzRjSUZIRDkrSEFCdzU4NGRoSWFHUWdpQk1tWEtJQ2twQ1ZMS2RPc29VNllNS2xhc2lEbHo1aUEyTmhhM2J0M0NzbVhMTXIyTnpHUnMyTEFoSmsyYWhBc1hMc0JnTUNBeU1oSzNidDE2NTNWbmxxZW5KNVl0VzRZSkV5YWdWS2xTdUhUcEVnWU1HSUFCQXdiZzRzV0xPYm90c2h4Q0NOUnlSWDhBQUNBQVNVUkJWUFR0MnhjQTFFS0k3NVRPUTBUcDVWUWZub2p5SDNQdXczT2d5eVFoaEFyQUcwOWE4dWpSSS96MDAwLzQ1Sk5QOE5kZmY2RkFnUUw0OHNzdnNXWExGclJyMXk3UFRvODhaY29VcUZRcWZQTEpKNmhmdno3R2pSdVhOclFaREFiODhNTVBxRisvUHRhc1dZT0pFeWRtbUN2MXhDRk5temJGTjk5OGczYnQybVY2RzVreGFkSWt1THU3bzMvLy9talFvQUhHalJ1SHhNVEVIRmwzWmdraDBLSkZDMnpjdUJFREJ3NkVnNE1EamgwN2hzNmRPMlBDaEFucDlrb1NaVmI5K3ZWUnBrd1pDQ0hhVksxYTFWN3BQRVQwUDFMS01nQnk1UWdRSWpKL3JWdTNUcTBFZFRPblBqd3Z3SkpKZXIzK0VvQ0tXN1pzZWVWUWpmajRlS3hidHc0TEZ5NUVmSHc4TkJvTldyWnNpWUVEQjZZZFFraW1MelkyRnZQbno4Zm16WnVSbkp3TWEydHI5T2pSQTEyN2RzM1NvYlpFcTFhdFNqMHo2N0RnNE9CWlN1Y2hvaGQwT3QxK0lVU2pCUXNXd012TFMrazRSR1NDamgwN2hnRURCa0JLdVNFa0pNUXMrdkRjUTVkNWljQ0xhNlNsTWhnTTJMRmpCOXEyYll2WnMyY2pQajRlUGo0K1dMTm1EY2FPSGN0aHpzdzRPRGpnbTIrK3djYU5HOUc0Y1dNa0ppYmkxMTkvVGJ2OFFVcEtpdElSeVV6NCt2cENwVkpCU3RsRDZTeEU5RC9aNmNNVGtXVko3Y01MSWRyV3FsVXJaODVnbU1zNDBHV1NsRElPUU5xRnR3R2dYNzkrR0R0MkxPN2Z2NCtxVmF0aXdZSUZtRE5uRHMrZVplWktseTZOYWRPbVljbVNKWEIzZDBkTVRBd21UcHlJbmoxN0toMk56RVR4NHNYeHdRY2ZRQWpoWVM1dkJrU1dJQ3Q5ZUNLeVRPYlloK2RBbDNsUEFDQXVMaTd0aHZqNCtMU2ZDeFFvZ0FJRkN1UjlLc28xZG5aMnNMZi9Yd1VxdGVOSGxCa2ZmZlFSQUVDbFVuVlVPQW9SL1MwemZYZ2lJblBydy9NVkxmUHVBTUQ5Ky9mVGJsaXlaQW1HRFJ1R0lrV0tJRGc0R0o5OTlobSsrKzQ3M0w1OVc3R1E5Tzd1M2J1SFNaTW1vV1BIampoeTVBanM3ZTNSdjM5L3JGcTFTdWxvWkVhOHZMd2doSUFRb29YU1dZZ29qUUNRWnljcEl5THpwRktwMEtGREJ3Z2hDaFlvVU9CenBmTzhEUWU2VEhCM2R5OENvQnFRZnFEVGFEVG8xcTBiQWdNRDBiVnJWMWhiVytQMzMzOUh1M2J0TUhmdVhNVEd4aW9WbWJMaDJiTm5XTGh3SWZ6OC9MQnAweVpvdFZwODhza24yTEpsQ3o3Ly9QTnNYOVNjTEZPeFlzVlFzMlpOQVBCeWMzTmpvWmJJTkx6U2h5Y2l5b2c1OWVFNTBMMkZYcS8zMUdnMHdVS0kydmIyOXFoZHUvWXJ5eFFzV0JEKy92N1l2SGt6ZkgxOWtaS1NnaVZMbHNEUHp3L3IxcTE3cHpjT1QwL1B0RC8wd3BrelorRHA2WW5uejUrbit6bTdrcE9URVJnWWlEWnQybURCZ2dWSVRrNUdvMGFOc0g3OWVuejc3YmNvVktoUURxWW5TOUt3WVVNQVVGdFpXWDJvZEJZaXlyZ1BUMFNVRVhQcXczT2dlejJoMCtrR0FUZ21oQ2hmclZvMXJGeTVNdlViOXd3NU9qcGk4dVRKV0w1OE9mUjZQV0pqWXpGbHloUjg4c2tuMkw5L2Y3YXVwYlowNlZJQXdOR2pSN1A1Tk9oMXBKUTRmUGh3Mm5YbkhqMTZoQm8xYXVDMzMzN0Q5T25UVWFaTUdhVWprcG1yWGozdEVqWU5sY3hCUkdsZTZjTVRFYjJPdWZUaE5Vb0hNRVh1N3U1RnRGcnRid0RhQ1NIUW9VTUgrUHY3UTZQSjNLK3JXclZxV0xod0lmNzczLzlpenB3NXVITGxDcjcrK211NHU3dkQzOS8valVNaDVZMklpQWpNbWpVTEowNmNBQUM0dUxoZ3dJQUI4UFgxVlRnWjVTZC9YNXdVQUY3ZHRVOUVTbmlsRDA5RTlEcXBmWGdBTFFCTVVEak9hM0VQM1Qvb2RMcmFHbzBtR0VBN0J3Y0hUSmt5QlNOR2pNajBNUGV5RHo3NEFHdlhyc1dJRVNOUXZIaHhuRGx6QnIxNjljTElrU054L2ZyMWJPVkxQY1J3MjdadDhQWDFSYk5telhEOCtIR3NYTGtTalJzM1J0T21UWEhnd0lGc0wvdnlZU2lwdHlVbEphWDlIQlFVaEM1ZHVxQnUzYnJvMEtFRHpwOC9uN1o4VWxJU2Z2cnBKelJ1M0JnTkdqVEFxRkdqM3ZndHFORm94TktsUzlHNmRXdlVxVk1ITFZxMFNGdGZWdGVWV1hmdTNNSDMzMytQcmwyNzRzU0pFeWhVcUJDR0RCbUNqUnMzY3BpakhGZW9VQ0ZVcUZBQlFvaGE0T3N0a2FKZTE0Y25Jbm9kYytuRDh3UEdTenc4UEhvS0lZNEtJY3BYcjE0ZEsxZXVSSk1tVGQ1cG5XcTFHaDA3ZGtSZ1lDQjY5dXdKR3hzYjdObXpCNTk4OGdsbXpKaUJtSmlZYkswM0tpb0tnWUdCcUZ1M0xrYVBIbzFyMTY1aHg0NGRhTlNvRVdiTW1KSHRaZDltMDZaTm1EMTdObmJ2M2cwbkp5ZE1tUEMvTHlzbVRweUlpSWdJckZtekJ0dTNiMGRNVEF5bVQ1LysyblhObkRrVG16WnR3b1FKRTNENDhHSE1uVHNYaFFzWHp0YTYzaVkyTmhZLy8vd3oyclJwZyszYnQ4UGEyaHBkdW5UQjFxMWIwYjE3OTJ3TjdFU1pVYTFhTlFDdzArdjFGWlhPUW1TcE10T0hKeUxLaURuMDRUblF2YURXNlhTVFZTclZFZ0NhVHAwNlllblNwU2hWcWxTT2JjRFcxaGFEQmcxQ1lHQWdXclJvQVNrbFZxNWNDVDgvUDZ4Y3VUTEwxempyMkxFajdPenMwS0pGQ3p4NjlBZzllL2FFblowZG1qVnJoaHMzYnNCZ01HUnIyYmNaT0hBZ2loY3ZEZ2NIQjNUcTFBa1hMbHlBMFdoRVRFd01mdi85ZDR3Y09SS09qbzRvWExnd3VuWHJocjE3OTJhNG5xZFBuMkx0MnJVWU8zWXNhdFdxQlkxR2c0b1ZLOExaMlRuTDYzcVRwS1FrckYrL0huNStmbGkwYUJHTVJpT2FObTJLalJzM1l2anc0U2hZc0dDVzEwbVVGUlVxVkFBQUdJM0dHZ3BISWJKRVdlN0RFeEc5ekJ6NjhCYS9XOExOemEyZ2xaWFZVaUZFZTYxV2l4RWpScUJkdTNhNXRyMFNKVXBnd29RSjZONjlPMmJNbUlIang0OWp4b3daV0xseUpZWU9IWXFQUHZvb1V4YzhUZDJUWldkbkIrREZtWGdBd05yYUdnRFNEV2xaV2ZadGloVXJsdmF6dmIwOXBKUklTVWxCZEhRMHBKVG8zTG56SzQ5SlRrNSs1WlQvdDI3ZGdzRmdlTGxqbE9adDY4b01vOUdJQXdjT1lOYXNXYmh4NHdZQXdNUERBOE9HRFVPTkd2eGNUWG5IeGNVRkFDQ0VxQUVnVU5rMFJKYmpYZnZ3UkVTQWVmVGhMZnBWVGFmVGxRRHd1eENpZG1wZnp0dmJPMCsyWGJseVpjeWZQeDlIamh4QlFFQUFvcUtpOE8yMzMyTFpzbVh3OS9lSFhxL1BreHlwckt5c0FBQUpDUWxwZzE5V09tdEZpNzQ0ckhqSGpoMXdjbko2Ni9KRmloUUJBRnkvZmgxdWJtN3Z0SzUvT252MkxHYk9uSW5RMEZBQVFMbHk1VEJ3NEVCOCtLSEo3aW1uZk95bFBmMlZsY3hCWkVsME9sMXRBT3NCbEhkd2NNQ1lNV1BldVVKQlJKWXB0UTkvNWNxVjFENjhVZWxNLzJTeGgxeFdxMWJOR2NCK0lVUnRGeGNYTEYyNk5NK0d1WmY1K1BoZzllclZHRE5tREVxV0xJbno1OC9qeXkrL2hMKy9QNjVjdVpKbk9jcVhMdzg3T3p0czM3NGRBSkNZbUlqbHk1ZG4rdkdPam83UTYvV1lObTBhN3Q2OUM0UEJnQXNYTHVENDhlT3ZYYjVodzRhWU5Ha1NMbHk0QUlQQmdNaklTTnk2ZFN2TDYwcDE4K1pOakJvMUNqMTY5RUJvYUNpS0ZDbUNyNy8rR2hzMmJPQXdSNHBKL2ZJQ1FBa2xjeEJaaXR6b3d4T1JaVFAxUHJ4RkRuUnVibTVsYlcxdER3Z2gzRnhkWGJGMDZWS1VLMWRPc1R3cWxRcHQyN2JGNXMyYjBhZFBIeFFvVUFELy9lOS8wYUZEQi9UczJSTUFVSzlldlZ6TllHMXRqVW1USm1IRGhnMW8zYm8xK3ZmdkR4OGZueXl0WThxVUtWQ3BWUGprazA5UXYzNTlqQnMzN28zWDNwczBhUkxjM2QzUnYzOS9OR2pRQU9QR2pVdnJFbVoxWGZQbnowZTdkdTN3eHg5L3dNYkdCajE2OU1DMmJkdlF1WFBuVEIzQ1NwUmJIQndjQUFCQ0NKTTlPeFpSUHBIcmZYZ2lza3ltM29jWFNnZklhNTZlbnE1U3luMEF5bGFyVmczejU4K0h2YjI5MHJIU2lZbUp3Wnc1YzdCanh3NmtwS1RBMXRZV1gzenhCVHAyN0FoYlcxdWw0NW1NeE1SRWJOcTBDUXNXTEVCY1hCelVhaldhTld1R1FZTUdvV1RKa2tySEl3THc0Z0wyM3Q3ZU1CZ01VU0VoSVR6c2tpZ1g1SFVmbm9nc3krN2R1L0h0dDk5Q1N2bGRTRWpJUktYei9KTkZEWFExYXRRb285VnFqd2toU25sNGVHRHUzTGttUFNCZHZYb1ZNMmJNd09IRGh3RzhPSm5KNE1HRDhmSEhIME90Vml1Y1RqbEdveEg3OXUzRHJGbXpjT2ZPSFFBdkx2dzRiTml3REUreVFxUTBYMTlmUEhqdzRGRklTRWl4dHk5TlJGbWhaQitlaUN6RDJiTm4wYU5IRDBncGw0V0VoUFJRT3M4L1djeEpVZHpjM0lwcXRkcGRRb2hTbnA2ZW1EdDNidHFKUUV4VitmTGxNWHYyYkp3NGNRSUJBUUU0Zi80OHhvNGRtM2JpRkc5djc5U3IxMXNFS1NYQ3dzSXdZOFlNaEllSEF3QmNYVjB4ZVBCZ05HalFRT0YwUks5blkyTURJWVMxMGptSThwdS8rL0I3aEJCdUxpNHVtRDE3dHFJVkNpTEtuMHk5RDI4UkE1Mm5wNmVkbERJUVFQWEtsU3RqMXF4WkpqL012Y3pMeXd2TGx5L0hqaDA3c0dEQkFrUkZSYVYxM0FZUEhvektsZlAvVVZ6WHJsM0RuRGx6c0gvL2ZnQXY5bGIyNmRNSDdkcTFzNmlobHN5VFdxMkdsTklpWG0rSjhvcWJtMXRaYTJ2cnZRQXF1YnE2NHBkZmZubjVReGNSVVk0eDlUNjhKWHpBMEJpTnh1VkNpUGVkbloweGI5Njh0TlB5bXhNaEJGcTFhZ1ZmWDErc1dMRUN5NVl0dzVFalIzRDA2RkcwYWRNR2ZmcjB5WmU5c1VlUEhtSFJva1ZZdTNZdHBKU3dzN05ENTg2ZDBidDNiOWpZMkNnZGp5aFQxR28xaEJDVzhIcExsQ2ZNb1E5UFJQbEh3WUlGb1ZLcFlEQVlUTEk2a2U5UC82Zlg2NmNLSWRvVktWSUU4K2JOUzNkaGJITmtaV1dGM3IxN1k4dVdMZmowMDAraFZxdXhlZk5tdEduVEJnc1hMc1N6WjgrVWpwZ2o0dVBqc1d6Wk1yUnUzUnByMXF5QldxMUc2OWF0RVJnWWlQNzkrM09ZSTdQeTk1bFcxYkN3M2pKUmJxaFJvMFlabzlGNEFFQlpEdzhQTEZ5NGtNTWNFZVVxSVVUcUVRQW11WWN1WHc5MGVyMitJNENoMXRiV21EbHpacjQ2cnI1UW9VSVlPWElrTm16WWdFYU5HaUVwS1FrTEZpeUFuNThmQWdNRGtaS1NvblRFYkRFWUROaTVjeWZhdFd1SGdJQUFKQ1Frb0Y2OWVsaTFhaFcrLy81N3N4L0l5VEtscEtSQVNta0U4UHByYnhEUlcvMnpEejkvL255VFBya1pFZVVmcHR5SHo3ZmZGcnU3dTcrbjFXcURBZGlPR1RNR2JkdTJWVHBTcmdvTEM4UE1tVE54NXN3WkFDOU9xT0x2N3c4Zkh4K3o2SmhKS1hIeTVFbk1uRGtUa1pHUkFJQXFWYXBnMkxCaFBGc1ptYjFtelpyaC92Mzd6MEpDUWdvcW5ZWElYUDNkaDk4RjRQM0tsU3RqOGVMRlpsbWhJQ0x6MUxadFcxeTdkaTB4SkNURTVBNFR5NWVkamtxVktsbHJ0ZHFWQUd4YnQyNmQ3NGM1QUtoVnF4YVdMbDJLM2J0MzQrZWZmOGJWcTFjeGVQQmdlSGw1WWVqUW9YanZ2ZmVVanZoYWx5NWR3dXpaczNIbzBDRUFnSk9URTc3NjZpdjg2MS8vVWpnWlVjNklpNHVERUNKZTZSeEVaaXhmOU9HSnlIeVpjaC9lSkVPOUszdDcrMUVBOUdYS2xNSElrU09WanBPbmZIMTkwYmh4WTZ4ZXZSci85My8vaHhNblRxQnIxNjVvMmJJbCt2WHJCMmRuWjZVanBybC8vejRXTGx5SWpSczNBbmhST1Azc3M4L1FvMGNQYUxWYWhkTVI1UXlEd1lDRWhBUUFlSzUwRmlKenBkZnJwd0xJTjMxNElqSS8vK2pEbTFTRkl0OTE2UFI2ZlUwQVl6UWFEU1pNbUFCcmE1TTgxRFZYYWJWYWRPL2VIWUdCZ2VqY3VUT3NyS3l3WThjT3RHM2JGdlBtelVOc2JLeWkrWjQ5ZTRiZmZ2c05mbjUrMkxoeEk3UmFMZHEzYjQ4dFc3YmdpeSsrNERCSCtjcExKeXJLSDJjc0lzcGorYmtQVDBUbXc1VDc4UGx0b0ZOSktYOFdRcWcrL2ZSVHVMdTdLNTFIVWZiMjl2ajY2Nit4YWRNbU5HM2FGQ2twS1ZpOGVESDgvUHl3ZnYxNkpDY241Mm1lbEpRVWJOMjZGVzNhdE1IOCtmT1JtSmlJRHo3NEFPdldyY09vVWFOUXVIRGhQTTFEbEJjZVBud0lBSkJTM2xNNENwSFpjWGQzZncvQUVnRDQ5Ny8vYmZIdjYwU2tuTCsvb0RYSitrUytPdVRTdzhPanN4Q2lmb2tTSlRCZ3dBQ2w0NWdNWjJkbi9QampqemgzN2h4bXpKaUJrSkFRL1BqamoxaXhZZ1dHRFJ1R0R6NzRJRmRQbkNLbHhOR2pSekZyMWl4Y3VuUUpBT0RtNW9aaHc0WkJwOVBsMm5hSlRNR0RCdzhBQUVLSXV3cEhJVElybHRpSEp5TFRaY3A5K0h3ejBGV3FWTWxhQ0RFSkFBWU5Hc1RUR0dlZ2V2WHErTzIzMzdCLy8zN01uVHNYVjY5ZXhmRGh3MUdyVmkwTUd6WXNWNzc1akl5TVJFQkFBSUtDZ2dBQXBVcVZRdi8rL2RHOGVmTWMzeGFSS1VvZDZLU1VIT2lJc3NDUysvQkVaRnBNdlErZmJ3YTZnZ1VMZGhkQ2xITjFkVVdMRmkyVWptUFNHamR1aklZTkcyTDkrdlZZdEdnUndzTEMwTE5uVC9qNittTEFnQUZ3Y1hGNTUyM2N2WHNYQ3hZc3dOYXRXd0VBRGc0TzZOR2pCN3AxNndhTkp0Lzh0U042cS92Mzd3TUFwSlEzRkk1Q1pEYjBlbjFOS2FWRjkrR0p5SFNZZWg4K3YzVG9OQ3FWNmpzQTZOdTNyMWxjZDAxcGFyVWFuVHAxd3BZdFc5QzllM2ZZMnRwaTkrN2RhTisrUFFJQ0F2RDQ4ZU5zcmZmcDA2ZHBGempmdW5VcnJLMnQwYkZqUjJ6YnRnMDllL2JrTUVjVzU4cVZLNmsvWGxBeUI1RVpZUitlaUV5S3FmZmg4OFZBcDlmcm13TW9VN1pzV1h6NDRZZEt4ekVyZG5aMkdESmtDRFp2M296bXpadkRhRFJpMmJKbDhQUHp3NnBWcTVDWW1KaXA5U1FuSjJQanhvM3c4L1BEd29VTGtaS1NnaVpObW1ERGhnMFlNV0lFQ2hiazlaVEpNa1ZHUnFiK0dLWmtEaUp6d1Q0OEVaa2FVKy9ENTR1QlRrbzVCQURhdFd2SHZYUFpWS0pFQ1V5Y09CR3JWcTJDbDVjWDR1TGlNSDM2ZExSdjN4NTc5dXlCMFdqTThIRlNTaHc0Y0FBZE9uVEFmLzd6SHp4NThpVHRJdWMvL2ZRVFNwVXFsY2ZQaE1oMHBLU2s0UExseXdEd0xEUTA5S3JDY1loTUh2dndSR1NLVEwwUGIvYkh2OVdzV2RORkNOSEV4c1lHN2RxMVV6cU8yYXRjdVRJV0xGaUF3NGNQWS9iczJZaUtpc0xJa1NOUnZYcDErUHY3cHpzclpYaDRPR2JObW9YZzRHQUFRTm15WlRGdzRFQTBhZEpFcWZoRUp1WDI3ZHVwbHdlSlVqb0xrVGxnSDU2SVRKR3A5K0hOZnFEVGFEUXRBY0RMeXdzRkNoUlFPazYrVWI5K2ZkU3JWdytiTjIvR3dvVUxjZTdjT1h6eHhSZG8zTGd4MnJWcmh4MDdkbURYcmwwQWdNS0ZDK1B6eno5SHg0NGRvVmFyRlU1T1pEcXVYcjBLQUpCU2NxQWplanYyNFluSUpKbDZIOTdzQnpvcFpTY2hCRDc2NkNPbG8rUTdLcFVLN2R1M1I4dVdMYkZreVJLc1dyVUsrL2Z2eC83OSt3RUFOalkyK1BUVFQ5R25UeC9ZMmRrcG5KYkk5SVNIaHdNQXBKU25GSTVDWlBMWWh5Y2lVMlhxZlhpejd0QzV1TGpZQ2lIcXE5VnFOR3JVU09rNCtaYU5qUTM2OWV1SExWdTJ3TS9QRDliVzF2ajQ0NCt4YWRNbURCMDZsTU1jMFd1a0hvNE00SUNTT1lqTUFmdndSR1NLektFUGI5Wjc2SW9YTDY0RG9LMVlzU0xQb3BnSGloWXRpckZqeDJMczJMRktSeUV5ZVVsSlNUaDc5aXlrbEluSnlja25sTTVEWk1yWWh5Y2lVMlVPZlhpejNrT25VcW4wQU9EbTVxWjBGQ0tpZEM1ZnZveWtwQ1FJSWNMRHc4T1RsTTVEWk1yWWh5Y2lVMlVPZlhpekh1aU1SdU43d0lzek14SVJtWkxUcDArbi9zaitITkZiU0NrN0FXQWZub2hNampuMDRjMTZvQk5DVkFHQWN1WEtLUjJGaUNpZGd3Y1BwdjY0UzhrY1JLYU9mWGdpTW1YbTBJYzM2dzZkRU1JVjRFQ1hGenc5UFFFQURnNE8yTGx6SjJ4c2JONzZtRTZkT3VIaXhZdXd0YlhGb1VPSGNqdWlvanc5UFRQMVBETzduSktlUFh2R1E1N2VVVUpDQWs2Y09BRUFTWW1KaWJ1VnprTmt5dGlISnlKVFpTNTllTFBlUXllbHRBZUFRb1VLS1IzRllzVEd4bUw3OXUxdlhlN1lzV080ZVBGaUhpU2luTlMzYjErMGJObFM2UmhtNzh5Wk02a0Y2dUR3OFBBNHBmTVFtVEwyNFluSVZKbExIOTZzQnpvaFJBRUFtZHBiUk8rdWFOR2kwR3ExV0xWcUZhU1ViMXgyK2ZMbHNMS3k0ckJ0Wms2ZVBJbVVsQlNsWTVpOXYvZk9BY0RCTnkxSFJPekRFNUhwTXBjK3ZGa1BkQUNzTlJvTjFHcTEwamtzZ3NGZ2dMZTNONjVkdTRiRGh3Ky9kcm1vcUNnY08zWU1EUm8wU04xTFFTYkdZREFvSFNIZmtsTGlqei8rQUFBWWpjWkFoZU1RbVR6MjRZbklWSmxMSDk2c08zUlN5aWNwS1NsRms1T1RvZFZxbFk2VDd5VW5KNk5MbHk0NGZQZ3dWcXhZZ1FZTkdtUzQzUExseXdFQVhicDB3VjkvL1FWcmErc01sd3NQRDhmS2xTc1JFaEtDUjQ4ZXdjN09EdFdxVlVPSERoMWVLY2EvcVh2V29FRUR4TWZINDlTcDlGK2U3TnExQzJ2WHJzV0ZDeGNnaEVEWnNtVXhlUEJnMUsxYk45MXlaOCtleGVMRml4RVNFb0tFaEFRNE96dkQxOWNYdlhyMWVtMzIzSkNWSEpHUmtWaTNiaDFPbmp5SnUzZnZRcVBSb0VxVkt1alpzeWNhTm15WWJ0blUzOTJlUFhzd1pjb1U3TjI3RjgrZlAwLzMrMHJ0U0FKQWZIeDgybi8vODNkS2J4Y1ZGWVdiTjI5Q1Nua3JORFQwaU5KNWlFd2QrL0I1aDMzNE4yTWZubDVtVG4xNHM5NURKNFM0RHdCUG5qeFJPb3JGcUZ1M0xpcFZxb1FUSjA1azJKRzdmLzgrL3ZqakQ3aTV1VUduMDhGb05HYTRuclZyMTZKbno1N1lzMmNQS2xTb2dOYXRXOFBEd3dNaElTRVlQbnc0NXN5WjgwNDVseTVkaXRHalIrUGF0V3Y0NktPUDBLUkpFengvL2h3UkVSSHBsZ3NNREVTdlhyMFFGQlFFYjI5dnRHalJBaXFWQ2dzWExrUy9mdjN5YkE5alZuUDA3OThmTzNmdWhJdUxDMXExYWdVdkx5K2NPWE1HdzRZTnc1RWpHYzhRUC83NEkwNmVQQWxmWDEvVXFWTW4zWDBkT25SQWh3NGRBQUFhalNiZGYxUFdIRGlRZGhLc25Vcm1JRElYN01QblBmYmg4emYyNFhPR09mWGh6WG9QSFlEN0FLckd4TVNnZVBIaVNtZko5MUo3YzkyNmRjTzRjZU93Y3VWS2pCczNMdDB5YTlhc1FYSnlNcnAyN2ZyYTladzVjd2JUcGsxRHdZSUZNVy9lUEZTdlhqM3R2aHMzYnFCUG56NVl1blFwdkwyOVh4azhNbXY1OHVWUXFWUll2WG8xSEIwZDAyNS85T2hSMnMrUmtaSDR6My8rQXhjWEY4eWZQeDlPVGs0QUFLUFJpUEhqeDJQNzl1MVl2MzQ5dW5UcGtxbHRKaWNuWThxVUtWbk9tcDBjblR0M1JvY09IZURnNEpCMjI4YU5HL0dmLy93SEsxYXNnSStQVDdwdEpDWW00dkxseTFpL2ZqMXNiVzFmeWZETk45OEFBTmF0V3dldFZwdjIzNVExVWtyczNKazJ4NjFSTWd1UnVXQWZQbThWTFZvVVQ1OCt4YXBWcTlDK2ZYc0lJVjY3YkdvZjN0YldGa2xKSm5zK0NQcUhreWRQWnZoZVQxbGpUbjE0czk1REIrQWNBRnk1Y2tYcEhCYmw0NDgvUnZIaXhmSEhIMytrRzVDZVAzK09UWnMyd2NuSjZZMFhoMTJ4WWdXTVJpT0dEQm1TYnBnRGdESmx5bURBZ0FFQVhnd28yWldZbUFncDVTdHZWRVdMRmszN2VkbXlaVEFZREJnelpremFFQVVBS3BVS2ZmdjJCUUQ4K2VlZm1kNW1Ta29LMXExYjk4WS9HY2xPamkrKytDTGRNQWNBelpvMUE0QU12MDAxR28zbzM3OC9YK0J6MlpVclYzRGx5aFZJS2UrRmhJVHNVem9Qa1psZ0h6NFBzUStmZjdBUG4zdk1yUTl2N252b1RnTXY5bkQ0K3ZvcW5jVmlhTFZhZE9yVUNYUG56c1c2ZGV2dzFWZGZBUUMyYnQySzJOaFlmUDc1NTI5OFl3NE5EUVVBTkduU0pNUDc2OVdyQndBNGQrNWN0ak4rL1BISDJMeDVNM3IyN0luZXZYdWpaY3VXcnd3ekowK2VoQkFDZS9ic2VXVmdTdDBiZWVQR2pVeHZNN1BIM2Y5VGRuTkVSa2JpekprenVIYnRHbTdkdW9XYk4yOENlSEhNOXo4SklUTGNOdVdzMUJkL0ljUjJBRzgrRlN3UkFXQWZQcSt4RDUrNzJJZlBIOHl0RDIvV0E1MlVNa0lJd1QxMENtamZ2ajBXTFZxRURSczJvSGZ2M3RCb05GaTFhaFhzN096UXRtM2JOejcyOGVQSHNMS3lncjI5ZlliM0Z5NWNHTUNMUW05MmpSdzVFbzZPamxpK2ZEa21UNTZNdVhQbm9udjM3dWpac3lkVXFoYzdwbU5pWWlDbHhQcjE2MSs3bm95R281eVcxUnlQSGozQ045OThnK0RnWU5qWTJLQkNoUW9vVmFvVTZ0V3JoMHVYTG1WNFNRbHJhMnRZV1ZubFNuNTZJU1VsQllHQkw3N0VFMEw4cW5BY0lyUHhkeCsrNkpNblQxaWZ5Q1AvN01QLzg1SVJXZW5EVDVzMkRRRGc1ZVdGQmcwYTRNR0RCemgyN0JpQ2dvTFFzMmRQREJvMEtOczVseTVkaWpsejVxQlFvVUpwUi82RWhZVWhJaUlpM1VBWEdCaUlTWk1td2NyS0NnMGFORURCZ2dVUkZoYUdoUXNYNHZqeDQvamxsMS95NU11Q3JPYm8zNzgvNHVQam9kUHA0T1hsaFljUEgrTFFvVU1ZTm13WTVzeVo4MHA5QW5qUmh6OTE2aFI4ZlgxeDU4NmRkUGVsZHQvWHJWc0hqVWFEZHUzYTVlNFR6c2ZNclE5djFnTmRmSHg4cUsydHJURThQRnlWMGVGMWxIc2NIQnpRdW5WcnJGMjdGci8vL2pzS0Z5Nk1XN2R1b1d2WHJtODlxNUtkblIxaVkyUHgvUGx6Mk5uWnZYSi82a2x1VWdjNzRNVWVwdGNkV3BEUmRkTTBHZzIrL1BKTGRPM2FGZHUzYjhmaXhZc3hiOTQ4UEhqd0FDTkdqQUFBRkNoUUFIRnhjUWdLQ2tvYjhwU1ExUnlUSjA5R2NIQXcrdlRwZzE2OWVxVU5ha2FqRVN0V3JNandNZnkza2Z0T25qeUpCdzhlQUVERXFWT25ncFRPUTJSRzJJZlBRK3pEdnhuNzhHU09mWGl6N3RCRlJFUThCQkQwNE1FRFJFWkdLaDNING5UdDJoVXFsUXFiTm0xQ1lHQWdWQ29WT25mdS9OYkh1YnU3QTBqMzdVYzZ4NDRkQXdEb2RMcTAyK3p0N1pHVWxKVDZnVG5OcFV1WDNuaHN2NTJkSFRwMDZJREZpeGREQ0lGdDI3YWwzZmZlZSsvQmFEUWlMQ3pzclpselUxWnpIRGx5SkcxZ2ZYbXZXMDZkaWV4dEY0Mm5qS1dlTVU1S3VWcmhLRVRtaG4xNEJiQVBuekgyNGNrYysvQm12WWZ1YjFzQTFOdS9mei9lZSs4OXBiTllsTktsUzZOeDQ4Yll0MjhmaEJCbzBxUUpuSjJkMy9xNDFHUDNwMCtmRGxkWDEzU0hldHk2ZFF0ejU4NkZScU5KOTgxZzllclZjZXpZTWF4WnN3WURCdzRFOE9KRk55QWdJTU50QkFVRnBmdEcwTWJHQmtLSWRNZXZ0MjNiRnNlUEg4Zmt5Wk14Wjg2Y2ROLytTU2x4K1BCaFZLbFNCU1ZMbHN6OEx5VWJzcHBEcTlVaUlTRUJGeTllUk5XcVZRRzhlQVArNmFlZjNqbUxuWjBkbmo5L2pzZVBINmZiUTBwdjl2anhZK3pac3djQWtoTVNFaFlxbllmSXpMQVByd0QyNFRQR1BqeVpZeC9lN0FjNm85RzRXNjFXLzNqZ3dBSDA2OWRQNlRnV3AxdTNidGk3ZHkra2xPaldyVnVtSGxPM2JsMzA3ZHNYdi96eUM3cDI3UXB2YjI4NE96dmo0Y09IT0hyMEtBd0dBOGFPSFF0WFY5ZTB4M1RwMGdYSGpoM0RraVZMY1Bic1diaTR1Q0E0T0JqbHlwV0RyYTB0NHVQajAyMmpmLy8rcUZTcEV0emMzQ0NseE5HalIyRTBHdE5sOVBYMXhlSERoN0Y5KzNhMGFkTUczdDdlY0hSMFJGeGNIRTZmUG8wN2QrNWczYnAxdVQ3UVpUVkg4K2JOc1c3ZE92VHUzUnNOR3phRWxaVVZqaHc1QWg4Zm43UTMyT3lxV2JNbWpoMDdodjc5KzhQWjJSblRwMC9QaWFlWTcvMysrKytwaC83dU8zLysvSjIzTFU5RS84TSt2SExZaDg4NTdNUG5EK2JhaHpmN2dTNHNMQ3hFcjllZnZuRGhRczF6NTg2OXN0dWZjbGZObWpWUnMyWk5DQ0ZRbzBhTlREK3VUNTgrcUZtekpsYXRXb1V6Wjg3ZytQSGpLRktrQ0JvM2JvenUzYnUvc3JlMWZ2MzZtRHg1TWhZdFdvVFEwRkJjdm53WnpabzF3OENCQXpQOGRyQno1ODQ0Y09BQXRtL2ZEaXNySzFTcFVnVkRodzdGeHg5L25HNjVjZVBHb1hidDJ0aThlVE9DZzRPUm1KaUlRb1VLb1ZxMWFoZzhlREFxVnF5WXZWOU1GbVVsZ05IN2dnQUFJQUJKUkVGVWg3Ky9Qd29VS0lEZmYvOGQrL2J0UThtU0pkR3hZMGYwNnRVclV4ZUtmWk1SSTBaZzlPalJ1SGp4SXE4NWxFa3BLU2xwM1VVcFpjYTdqSW5vdGRpSFZ3Nzc4RG1IZmZqOGdYMTRCZW4xK3I1NnZWNk9IVHRXRWhIbHBiLysra3ZxOVhxcDArbFk1Q1hLSnAxT2QwU3YxOHZ6NTg4ci9VODZYOVByOWJKKy9mcnBicnQ1ODZhc1hidTIvT3l6eitTUUlVTms3ZHExNWUzYnQ5LzZ1RUdEQmttOVhpOTM3dHlaNGJaMjdOZ2g5WHE5SEQ5K2ZOcHRqUm8xa25xOVh0Ni9mei9kc2xGUlVWS3YxMHU5WHYvRy9MZHUzWktlbnA2eVFZTUdhYmQ5OWRWWFVxL1h5K0RnNERjK05qTXllcDZaWFM2ck9YeDhmS1MzdDdjMEdBenBibytJaU1ody9abk5scnFzajQ5UHBwYWw5RWFQSHAzNm5qNVc2ZGZGckREcms2S2tldjc4K1FZcFplTCsvZnNSR3h1cmRCeWkvMmZ2dnVPYXV0NC9nSDlPQ0VNUXJST29vcFNxU0pHUm16cFFxNmhZNjZ5REtrVzAxUEhWcXEydDFmYmIydFpKYTRjRFJWdEhXd1hjQWpMRTlYV0wxa0hDVkVDMGlpQ2lBZ3F5UXBMeit3T1RIMDVXa2t2Q2ViOWVlYjFpeGozUFJVanV1ZmM4ejZQM1VsTlRzV3paTW9qRllzeWNPUk5KU1VsOGg5Umc3ZGl4UTNWWGI1Wm1NRXdERkFFQUowNmM0RHVPUmtlVkQzL2x5aFhFeHNiV0toOGVBRmF1WFBsY0FZOVg1Y01EbFZVMFZhckxoNi9xWmZud1FPVVZyOXpjM0tkZVR5bkYyYk5uY2UvZXZXcjNwNzVxRzRleHNUSGtjdmxUUHp0TjVzT1hsWlhoNGNPSDlkNVdZNkxQK2ZCNnYrUVNxS3gyeVhIY2h1TGk0aS8rK3VzdmZQNzU1M3lIeERCNlJ5Nlg0OHlaTXdnSkNYa3FGKy9TcFV2dzgvUERXMis5aFVtVEptSEFnQUdzK2U4VG1abVp1SHo1TWdCQUpwTnQ1RGtjaHRGYkxCK2VYeXdmdnY1WVByeiswK2Q4ZUlPWTBBR0FRcUZZS1JBSVpvV0docHI2K2ZteENuME1VME1QSHo1RWRIUTB0bS9mcmo1NzJMUnBVN3ozM25zWVBIZ3dUcDQ4aVppWUdGeTVjZ1hmZlBNTldyWnNDUjhmSDR3Y09iTFI5NHhxM3J3NXpNek1VRlpXQmxOVFUzczhxZGJITUV6dHNIeDRmckY4ZU0xZytmRDZTOS96NFEwcXU1TGp1RlVBdnZEMjlzYUNCUXY0RG9kaEdyU01qQXpzM2JzWEVSRVI2bDUrSFRwMHdMaHg0ekJ1M0xpblNrT1hsNWRqLy83OTJMZHZIMjdjdUFHZ2NybkkwS0ZETVg3OGVEZzZPdkt5RHcxQlFFQUFnb0tDQUdDUFJDS1p3SGM4REtPdk9JNmJBZUNQRVNOR1lNbVNKWHlId3pCTUkzTHExQ25NbXpjUGxOSjBxVlRxd0hjOHRXVlFFenBYVjlkMkFvRWcxZGpZdU9uT25UdDFka2FHWWZTRlhDN0grZlBuc1gzN2RseTZkQWxBWmRXczd0Mjd3OGZIQjMzNzluMWxGUzFLS1M1ZXZJanQyN2VybDc0QWdLdXJLeVpPbkloKy9mbzF1dVdZT1RrNUdEVnFGSlJLWllWY0xyZFBURXpNNGpzbWh0RkhYYnQyYmRXa1NaUHNwazJibWtaSFJ6L1hjSmxoR0VaYlpzeVlnY3VYTDROU09sOHFsZXJkR3RXWGQ0elVRN201dVVVMk5qYkZsTktoNmVucEdEVnFGQ3Z4eWpBQUNnc0xFUjRlam0rLy9SYjc5dTNEblR0M1lHNXVqdUhEaDhQZjN4Kyt2cjdvMkxGanRYOHZoQkMwYjk4ZVE0Y094WWdSSXlDWHkzSDc5bTFrWm1iaTZOR2ppSWlJQUtVVUhUcDBlSzc1cTZHeXRMUkVkblkyMHRQVGpRUUNnVWxPVHM1QnZtTmlHSDMwNE1HRDB0ZGZmNzFsUlVXRnUxS3BSSzlldmZnT2lXR1lSaUF6TXhPclY2OEdBTWhrc25IMzc5L1h1M1dxaGpqYkVYSWNGd2ZBWmVIQ2hSZzdkaXpmOFRBTWIvNzk5MS9zMjdjUDRlSGhLQzh2QjFCWjBXek1tREg0NElNUDBMUnAwM3FQVVZwYWlyQ3dNSVNHaHVMV3JWc0FBQk1URTR3WU1RTGp4NDlINTg2ZDZ6MUdRNWVhbW9xSkV5ZUNVbnBmSnBPMVQwbEowYnN2QTRacENKNnN0TGx1WVdGaEdoVVZ4ZkxoR1liUnVrZVBIbUhZc0dHcXh1K3VFb2xFNy9MaERlb0szUk5LYTJ2ckJBQlQ0dVBqeVpBaFEyQnBhY2wzVEF5ak13cUZBaGN1WE1BdnYveUNsU3RYSWprNUdVcWxFbUt4R0Y5KytTVysrZVliaUVRaWRSUFQrakkyTm9hTGl3dkdqeCtQYnQyNm9hQ2dBSm1abWJoNjlTcjI3ZHVIdUxnNE5HL2VITzNidCtlMTZhczJ0V3JWQ3FkUG4wWmVYcDZGVUNoTXo4bkowYnN2QTRacENISnpjNHRVVitsa01objY5T25EZDBnTXd4ZzRNek16UEg3OEdBa0pDUURRS2ljblp4L2ZNZFdXSVY2aEF3Q0lSS0lWaEpDdm5aMmRzV1hMRmdpRkJsUFFrMkZlNlBIanh6aDA2QkNDZzRPUmxWV1p4bVZtWm9iQmd3ZGowcVJKVDVXTzFyYk16RXdFQndmajhPSERLQzR1QmdCWVcxdGo0c1NKR0Q1OE9KbzNiNjZ6V0hRbE1qSVNTNVlzQWFYMHBGUXFIY0IzUEF5anIxZytQTVBVVFdwcUt2YnUzWXY5Ky9lamUvZnVtRDE3TnB5ZG5ma09TeS9vZXo2OHdVN29uSnljVEV4TlRXTUJ2RDE1OG1UTW5UdVg3NUFZUml0dTM3Nk4wTkJRN051M1Q5M0R4OXJhR21QR2pNR0VDUk40dlVKZFhGeU0wTkJRaElXRjRmYnQyd0FBVTFOVGpCNDlHbDVlWGdaMW9GWlVWSVQzM25zUHBhV2xTa3JwbS9IeDhUZjVqb2xoOUpWSUpQcU1FQkxnNnVxS1AvLzhrK1hETTh4THZLeUhyQXJySVZ0eml4WXRVcldNQ0pSSUpKL3lIVTl0R1BRbkpNZHhuUUJJQ0NHV0FRRUJiT2tHWXpDVVNpVXVYNzZNSFR0MjRNeVpNK3JIM2R6Y01HSENCSGg2ZWphbzVZMUtwUkpuenB6QnpwMDduNnF1MmJOblQvajQrTURkM2IxQnhWdFh5NVl0dy83OSt3RmdzVVFpWVhYWEdhYnVXRDQ4dzd4Q1RYdklQbnIwQ0FCWUQ5a2EwT2Q4ZUlPZTBBR0FTQ1R5Sm9Uc2JOcTBLZjc2NnkrZExqdGpHRTByS1NuQjRjT0hFUklTZ3BzM2J3S292T0kxYU5BZytQcjZ3c0doNGJkTytmZmZmeEVjSEl3alI0Nm9yeWkyYTljT3ZyNitHRHAwcUY3bnZKNC9meDV6NXN3QkFJbEVJaEh6SFEvRDZET1JTT1FPSUxaWnMyWms1ODZkc0xHeDRUc2todUVkNnlHclBaUlMrUHI2SWpVMUZRQW1TU1NTRUw1anFpbURuOUFCQU1keC9nQyt0Ykd4d2JadDI5Q3FWU3UrUTJLWVdzbk96a1o0ZURqMjd0Mkx4NDhmQXdEYXRHbUQwYU5Idzl2Yld5OHJ3UlVWRldIdjNyMElEdy9IblR0M0FBQk5talRCMkxGak1XN2NPSFRzMkpIbkNHdFBKcFBCMDlNVHhjWEZWS2xVMnJObGx3eFRQeXdmbm1GWUQxbGQwdGQ4K0VZeG9RTkFSQ0xSSGtLSWw2T2pJN1pzMlFJek16TytZMktZVjZLVVFpS1JZUGZ1M1RoMjdKajZjV2RuWjR3ZlB4NURoZ3lCa1pIK0Y2cFZLcFU0ZnZ3NGR1M2FCYWxVcW42OGI5KysrUERERDlHelowKzl5cDlSTGJ1a2xQNGdsVXFYOFIwUHcrZ3psZy9QTkdhRmhZV0lpWWxCU0VnSWNuSnlBQURtNXVaNDk5MTNNV25TSk5qWjJkVjZtM2Z1M0VGUVVCQU9IVHFFb3FJaUFKVW5pQ2RPbklnUkkwYWdSWXNXbXR3RnZhT3YrZkQ2YzVSVVQrM2J0Mi9TcGsyYjA0U1F0L3YwNllPVksxZXlzeEZNZzFSV1ZvYWpSNDhpSkNRRUdSa1pBQ3I3dW5sNGVNRFgxeGRPVGs0OFI2ZzkxNjVkUTFCUUVJNGRPNmJ1bTllaFF3ZE1talFKUTRZTWdZV0ZCYzhSVmk4Mk5oYWZmZllaQUp5UlNDVDkrSTZIWWZRZHk0ZG5HaHZXUTVaZitwZ1AzMmdtZEFEZzVPUmtiV3BxZWhiQW0vMzc5OGN2di96Q2xtOHdEVVp1Ymk3Q3c4T3hlL2R1RkJZV0FxanNielpxMUNqNCtQaWdaY3VXUEVlb080V0ZoZGk1Y3ljaUlpS1FtNXNMQUxDd3NJQ1hseGZHamgyTDl1M2I4eHpoeXoxKy9CZ0RCdzZFUXFFb3k4L1BiM0h6NXMweXZtTmlHSDNIOHVFWlE2ZFFLSER4NGtYczJMRUQ1ODZkQTFDNXJKTGpPSHo0NFlmdzhQRFF5bW9WU2luT25UdUhIVHQyNE1LRkM2Q1VBZ0RFWWpGOGZYM1JwMDhmZzFnTlZCdjZtQS9mcUNaMEFPRGs1TlRCMU5UME5JQ09Bd2NPeEU4Ly9jUW1kUXl2RWhJU3NHdlhMaHc5ZWxUOVFlcm82SWp4NDhkajJMQmhqZnIzVTZGUTRPalJvOWk5ZXpjU0V5dDdkUk5DNE9IaEFXOXZiNGpGNGdhNUhIUDY5T21RU0NSUUtwWEQ0K1BqWS9pT2gyRU1BY3VIWnd3UjZ5SGI4T2hqUG56RE94TFNnVzdkdXIxcGJHeDhpaERTenRQVEV6LysrR09qTy92QThLdTh2QnpIang5SFNFaUlxcG9TakkyTjBhOWZQL2o2K3NMRnhZWG5DQnVlMU5SVUJBVUY0Y1NKRTVESktpc0oyOXZiWS9Ma3lmRDA5SHlxc2hmZmdvS0NFQkFRQUFEckpSTEpITDdqWVJnRHdmTGhHWVBCZXNnMmJQcVdEOThvSjNRQTRPTGk0bUJrWkhTS0VHTFZ2MzkvL1BqamoreUxnZEc2Ky9mdkl5SWlBanQzN3NURGh3OEJBQzFhdE1ESWtTUGg0K09ETm0zYThCeGh3MWRRVUlDZE8zY2lNaklTOSsvZkIxRFplOGZiMnh1alI0OXVFS1hOazVLUzRPZm5Cd0NYSlJKSmQ1N0RZUmlEd2ZMaEdYM0dlc2pxRDMzTGgyKzBFem9BNERqT2tWSjZoQkRTM3RYVkZXdldyRUd6WnMzNERvc3hRTW5KeWRpOWV6Y09IejRNaFVJQkFPalNwUXMrK09BRGpCdzVraDJRMUlGY0xzZWhRNGV3Wjg4ZXBLU2tBQUFFQWdFR0RScUVDUk1tUUNRUzhSWmJXVmtaK3ZYckI0VkNVU3FSU0pvQmtQTVdETU1ZR0pZUHorZ2Ixa05XLytoYlBueWpudEFCUUxkdTNXeE5URXlPQW5Dd3Q3ZkgrdlhyMGJadFc3N0RZZ3lBVENiRHFWT25FQklTZ3VUa1pBQ0FVQ2hFbno1OTRPdnJDNDdqZUk3UWNDUW5KeU00T0JpblRwMVNOMXJ0M0xrekprK2VqSUVEQi9KeTlYM1NwRW00Y3VVS0tLWGRwVkxwWlowSHdEQUdqT1hETS9xQTlaRFZiL3FVRDkvb0ozUUEwTFZyMTFaTm1qUTVTQWpwYm1WbGhjREF3RWF4UHBqUmpyeThQRVJHUm1MbnpwM0l5OHNEQURSdjNoekRody9IeElrVFlXMXR6WE9FaGlzdkx3ODdkdXhBWkdRazh2UHpBVlQrN0wyOXZmSCsrKy9EeXNwS1o3R3NYTGtTTzNic0FJQXZKQkxKR3AwTnpEQ05CTXVIWnhvaTFrTldQM3ZJdm9nKzVjUHI5MDlhZzF4Y1hDeU1qSXpDQ1NHRHpjM040ZS92ajM3OUd2eVNXYVlCdVhyMUt2YnMyWU9ZbUJqSTVaVXI3TjU4ODAxNGVYbmgvZmZmaDZtcEtjOFJOaDRWRlJVNGNPQUE5dXpaZzdTME5BQ0FrWkVSM24zM1hVeVlNQUhPenM1YWorSFFvVU5ZdUhBaEtLWEJVcWwwc3RZSFpKaEdpT1hETXcwRjZ5R3IzejFrWDBTZjh1SFpoTzVweGlLUmFBTWhaQm9oQkxObXpjTEhIMytzOTJjWUdPMlJ5K1U0YytZTWdvT0RrWkNRQUtCeTR1RHU3bzZKRXllaWUvZnU3UGVIUjVSU0pDUWtJRGc0R0dmT25GSG5Mem82T21MeTVNbnc4UENBaVltSlZzWk9TVW5CNU1tVEFlQ3NSQ0o1Unl1RE1BekQ4dUVaWHJFZXN2OVBuM3ZJdm9nKzVjT3pJODBYNERodURvQlZBSXdIRFJxRXhZc1h3OXpjbk8rd21BYms0Y09IaUlxS3d2YnQyOVdWRmkwdExURjA2RkQ0K3ZxaVhidDJQRWZJUE92ZXZYc0lDUW5CZ1FNSDFCVkdXN1pzaVE4Ly9CQ2pSbzFDNjlhdE5UcGVRVUVCUEQwOVFTbk5ra3FsdGhyZE9NTXdUMkg1OEl5dXNSNnlMNmV2UFdSZlJGL3k0ZlhqcDhrRGp1TUdBdGdEb0ZXblRwM3c2Nisvb2tPSERueUh4ZkFzSXlNRGUvYnNRV1JrcExyNGhwMmRIY2FORzRleFk4ZXlwVDU2b0x5OEhGRlJVZGk3ZDY5NldZeFFLTVRRb1VNeFljSUVPRG82YW1RY1Npa0dEQmlBd3NKQ1pVRkJnVVZEcjVERk1QcU81Y016MnNaNnlOYWVQdldRZlJGOXlZZG5FN3BYY0hGeGVjUEl5Q2lLRU9MVXBFa1RmUGZkZDNqdnZmZjREb3Zod2VYTGw3RjU4Mlpjdmx4NWNrWWdFS0JIang2WU9IRWkzTjNkOWVaTUUvUC9LS1dJaTR0RFNFZ0lZbU5qb1ZRcUFWUW1ydi9uUC85Qjc5Njk2ejNHeHg5L3JEbzc2U3FSU0JMcnZVR0dZVjZKNWNNejJzQjZ5TmFmUHZTUWZSRjl5WWRuUjZIVmNIRnhzUkFLaFg4QThBV0FVYU5HWWNHQ0JXd0paaVBUdDI5ZmxKYVd3c0xDQWtPR0RNR2tTWk1hNVJYYjNOeGN6Smd4QTJGaFlTOXNKcXBLSUQ1Ly9yeldjdE8wSVNjbkJ5RWhJWWlKaVVGaFlTSE16TXdRR3h0YjcrMSsrKzIzT0h6NE1DaWx3NlJTNlVFTmhNb3dUUFZZUGp5akVheUhyT1kxNUI2eUw2SXYrZkNHMmQ1ZGd4SVRFNHNsRXNra0FCOVRTaDlIUmtiQzE5Y1gxNjVkNHpzMFJvZUdEeDhPQU9BNERnc1hMbXlVa3prQXNMS3l3djc5KzE4NG1kTm5OalkyV0xCZ0FRWU1HQUFBNk5PbmowYTJxOHJMVXlxVnJGY0Z3K2hPaFZRcW5RN2dVMHBweGZyMTYvSDExMStqcEtTRTc3Z1lQU0NUeVhEMDZGRjg5TkZIK09pamp4QVRFd05DQ1ByMzc0L05temRqNTg2ZEdEdDJMSnZNMVpGUUtNU0lFU01RRkJTRWJkdTJ3ZFBURTBaR1JqaDY5Q2ltVFpzR2IyOXZ4TVRFb0t5c1lXUXB2UDc2NndBQVNxa2R2NUc4R2p0ZFZRc3VMaTRPUXFGd0x3Qm5FeE1UZlBIRkYvRHk4aks0ZzF2bWVmZnUzY1A3Nzc4UG1VeUc0T0JndlBYV1czeUgxQ0RwNnhVNkFQajMzMy9oNWVVRlkyTmo3TjI3RjdhMjlhOWpzbTNiTnF4ZHV4YUVrRy9qNHVKKzBrQ1lETVBVQXN1SFoycUs5WkRsVDBQcUlmc3NmY21IWnpPUldraE1URXpMejgvdlFTbmRJcFBKOFBQUFAyUG16Sm5JeXNyaU96Ukd5OXEyYlF0ZlgxOEF3Sm8xdGMrSlRVcEtnbGdzeG9VTEYrRGo0NE5ldlhwaC9Qanh1SHIxcXZvMUZSVVYyTEJoQTBhTUdJR2VQWHRpMkxCaDJMeDVzenEzcXliYmVOWFlrWkdSR0Rod0lINzc3VGNBbFdjaGYvbmxGd3dZTUFCOSsvYkZ0OTkraThlUEg2dmZ0MnZYTHJ6NzdydHdkM2RYdjBlMUxkV1o3c0xDUWl4WXNBQzllL2ZHaUJFamNPSENoYWZHZnRVWU5ka2ZwVktKclZ1M1l0U29VZXFmaWVyNTZ1S3ZyZlhyMXdNQVJvd1lvWkhKSEZDWll3RUFsRkwrdm8wWXBoR1RTQ1RINVhKNWQwcHBTa1pHQm54OGZIRG8wQ0crdzJJYWtLdFhyMkxKa2lVWU5td1lBZ01Ea1plWGh6ZmZmQk5mZi8wMURoNDhpQysvL0pKTjVyU3NWYXRXK1BUVFR4RVRFNFB2di84ZURnNE9lUFRvRVRadTNJaVJJMGZpdSsrK1ExSlNFaSt4RVVMd3hodHZnQkFpYU5teVpSZGVncWdCTnFHcnBaczNiNVpKcGRMcFNxVnlESUNjdUxnNFRKZ3dBV0ZoWWVxeXRZeGg4dlgxaGFXbEplTGk0bkQrL1BrNmJTTXNMQXhyMTY3RmtTTkhZRzF0aldYTGxxbWY4L2YzeDhtVEo3RnExU3JFeHNaaXhZb1ZDQThQeDhhTkcydThqVmU1Y09FQ29xS2lNSFBtVEFEQTh1WExrWnFhaWwyN2RpRTZPaG9GQlFWWXVYSWxBQ0FyS3d1Ly92b3JsaTlmam1QSGptSG8wS0V2M09haVJZdnc2TkVqUkVaR1l1dldyYy85WEY0MVJrMzJaL1hxMVFnTEM4T3laY3NRR3h1THdNQkF2UGJhYXpYZWRrMGxKU1hoeElrVGFOS2tDVDc1NUpNNmJlTkZxbFE5YmRobHZCakdnQ1VtSnY2clVDaDZBZ2dwTFMzRndvVUxzV1RKRXJZRXN4R1R5K1U0Y2VJRXBreVpBbDlmWDBSR1JvSlNpcjU5KytMMzMzL0g3dDI3TVg3OGVKaWFtdklkYXFOaWJHeU0wYU5IWS92Mjdmanp6ei9oNGVFQkFEaDQ4Q0Q4L1B6ZzYrdUxJMGVPcUt0bDZvcXFZQXVsbFBXa01rVE96czR0T0k3YnpYRWM1VGlPenB3NWs5NjVjNGN5aGlzNE9KaHlIRWQ5Zkh5b1VxbXM4ZnNTRXhNcHgzRTBNek5UL1Zoc2JDd1ZpOFZVb1ZEUWdvSUNLaGFMYVh4OC9GUHZpNGlJb0o2ZW5qWGFSblZqcDZhbXFoL0x6OCtuWXJHWXBxV2xxUjg3ZS9Zc2ZlZWRkeWlsbE42OWU1ZUt4V0lhRVJIeHdtMFZGeGZUdkx3OHluRWNUVWxKVVQ5Lzd0dzV5bkVjTFM4dnIzYU02dmFuc0xDUWR1L2VuVjY2ZE9tNWZhcHUyN1doVkNycDlPblRLY2R4ZE0yYU5iVisvNnNjUDM2Y2NoeEgzZHpjL3VMNzg0cGhHSURqT0QrUlNGVEVjUndkTTJZTVRVOVAxK2pmUE5Pd0ZSUVUwS0NnSURwa3lCQ3FPbmJyMzc4L1hiRmlCYzNLeXVJN1BPWUZjbk56NmNxVksrbkFnUVBWLzJlZW5wNzB6ei8vcFBmdjM5ZEpEQ3RYcnFRY3gxRlhWOWVQK2Y0TWU1bkcyL1ZRQTVLU2tnb0FUQkNKUkhzQkJGNjhlTkZxL1BqeFdMRmloY2FLS2pBTnk3aHg0eEFjSEl6VTFGUWNQbnk0MW0wc1dyVnFwYjV2YVdrSlNpbmtjamx5Y25KQUtYMnVaMUtIRGgyUW41K3ZYbmI1cW0wWUdSbWhSNDhlNnVkNjlPaUIzMy8vWGYzdjl1M2JxKy9mdlhzWGxGSjgrT0dIejhWWVVWRUJLeXNyTEZ1MkRBRUJBUWdKQ2NFMzMzenpYT1dwM054Y2RZd3FUWnMycmZFWTFlMVBkblkyRkFvRkhCd2NubnQvZGR1dVRiTDZQLy84ZzdpNE9MejIybXVZTm0xYWpkOVhFNnJHc2dLQmdHWFBNMHdESUpGSXRycTR1SndYQ29WN2I5MjY1VHg1OG1TV0Q5OElzQjZ5K3F0dDI3YVlOMjhlWnMrZS9WUVAyZlhyMTJQanhvMGE3eUg3SXFyakZLRlEyR0RYM3JJSm5RWklwZEo5WGJ0MlBXRnVicjYzcEtSa1FGUlVGSnZRR2FnbVRacGc5dXpaV0xKa0NUWnUzQWhQVDAvMVFYdDlxSHJZM0xwMUM5MjZkVk0vbnBXVkJTc3JxeG9kYUJnWkdTRXVMdTZsejFjdDJkMnlaVXNBd0lFREIxNmFHekIwNkZCNGVucGk3ZHExK09xcnIzRDA2TkdubmxkTjN1N2R1NmUrcjVyazFYU01WMUhsbjJWbVpzTEp5ZW1wNStxN2JSV0ZRb0cxYTljQ3FGeFNhMkZoVWVkdHZVaVYzdzM5cWhERE1BWXNNVEV4emM3T3JrZUxGaTNXeVdTeWFULy8vRFArOTcvLzRZY2ZmbmpxeEJlai8xN1VRN1pYcjE2c2g2d2VNalUxaFplWEY4YU5HL2RVRDltb3FDaEVSVVZwdElmc3MvUWhINTZkanRLUTFOVFVQS1ZTR1FCQTUydDdHZDBhTm13WWJHMXRrWm1aaWREUVVJMXNzM1hyMWhnMGFCRDgvZjF4N2RvMUtCUUtKQ2NuNDQ4Ly9sRDFQOUVvS3lzcmNCeUgzMzc3RGJtNXVWQW9GRWhQVDhmRml4Y0JWUFpsaTQrUEJ5RUV0cmEya01sa3orV0kydHJhd3Q3ZUh1dldyVU5oWVNHeXM3TVJGQlJVNHpGcUVtTy9mdjNnNysrUDlQUjBLQlFLcEtXbElUczd1OTdiVmpsMjdCalMwOU5oWldXbExucWpTYXErUlpSU2hjWTN6akJNbmJGOCtNYmg4ODgveCtYTGwyRmhZWUd4WThjaU5EUVU2OWV2UisvZXZXczFtUk9MeGVvYlU2bHFrYlJuQzZacEV5RUViNy85TnRhc1dZUEl5RWg0ZTN1aldiTm1TRXBLd29JRkM3UXlwajdrdzdNSm5RWUpCSUl5QUNndkwrYzdGRWFMaEVJaFB2dnNNd0RBMzMvL3JiRmVLVXVYTG9WWUxNYnMyYlBoN3U2T0gzNzRBWDUrZnZEMjl0Ykk5cC8xODg4L1F5QVF3TXZMQzMzNjlNSGl4WXZWQnpJS2hRSkxseTVGbno1OXNHdlhMaXhmdnZ5RlgzNHJWcXpBZ3djUE1IandZSHo5OWRjWU8zWnNqY2VvQ1g5L2Z6ZzdPMlBXckZubzI3Y3ZGaTllclA3N3F1KzJaVElaMXExYkJ3Q1lPbldxVm5vS1Zma3NZTlVYR0tZQmlvK1AzMTlSVWVFRVlFOVpXUm44L2YweGE5WXM1T1RrOEIwYW93R2E2aUc3ZGV0V0FLaHpRVFJHTzdUVlEvWlpxdU1EcFZMSjBpY2FBNUZJMUovak9EcHQyalNkSkdreS9GRXFsWFRpeEltVTR6aTZjZU5HdnNOaDZtRGZ2bjJVNHpnNmR1ellXaFc0cVkzbzZHaFZFdmM2dmorZkdJWjVOWkZJNUNVU2llNXlIRWY3OXUxTHo1NDlxNVhQQlVaM2NuTnphYTlldlo0cjRGVmJxaUplNWVYbEdveE92MVV0a2xiMXZxN2R1SEdEY2h4SGUvYnMrVlNSTlUwNmZmcTA2cnM4bU8vUHFaZGhWK2cwU0tGUWxBRnN5V1ZqUUFqQjNMbHpBUUE3ZHV4QVlXRWh6eEV4dFZGY1hLd3VHRE5yMWl5dDVWR3dLM1FNb3ora1V1bSswdEpTSndBblNrcEtFQlVWeFhkSVREM1Z0NGZzeTZpV0dFWkZSZUhkZDkvRmtDRkRjUEhpUld6ZnZoMERCZ3pBNE1HRGNmcjA2VHEvdHVyU1JkVmpNcG1zUnYxYmE5dWpWWmY5WGwrMmovV2hqUjZ5ejlLSGZIZzJvZE1nSXlPaklnRDEvbVZuOUVQMzd0M1JzMmRQRkJVVllmUG16WHlIdzlUQ25qMTdVRkJRZ0c3ZHVtSFFvRUZhR3ljL1B4OEFvRlFxNzJ0dEVJWmhOSWJsd3hzZVRmU1FmWm1NakF6czM3OGZ2WHIxd3NLRkMzSHIxaTBjT0hBQUhoNGVXTFZxVloxZlc1MVg5Vyt0Ylk5V1hmVjcxUVp0OVpCOWxqN2t3N01KblFiSlpMSzdBUERnd1FPK1EyRjA1Tk5QUHdVaEJLR2hvYmgvbngyejY0T0NnZ0w4K2VlZklJUmd6cHc1V2gzcjd0MjdxcnUzdERvUXd6QWF3L0xoRFV2ejVzM1ZMV2tDQXdNMVd2Um13b1FKTURjM3g3Qmh3NUNmbnc4L1B6K1ltNXRqeUpBaHVIMzd0bm9pVU52WFZtZk9uRGxvM2JvMW1qVnJCbTl2YjZTbnAwT3BWS0tnb0FBeE1USDQ3My8vQ3lzcks3ejIybXZ3OWZYRnNXUEhYcmlkb3FJaTdONjlHei84OEFOY1hWMGhGQXBoYjI4UEd4dWJXbStyT3U3dTdoQ0x4ZkR6OHdNQXZQUE9PeENMeFhVdVNFWXBWZWZCZi9EQkIwKzFRTkkwZlZodHc5b1dhRkJLU2tvK3gzR2xqeDgvYmxKYVdvb21UUnBzTVJ4R1F4d2RIVEY0OEdBY09YSUVnWUdCV0xKa0NkOGhNZFVJQ2dwQ2FXa3BldlhxaGU3ZHUydDFyRHQzN2dBQUtLVnNRc2N3ZW9KU1drWUlZVmZvREVoOWU4aStqT3BLbHJtNU9ZREtpdFZBWllsOUFFOU4wbXJ6MnVxOHJIOXJiWHUwMXFmZmEyMnBybzRtSlNYQno4OFBaODZjVWY4czZrS2JQV1NmcFNwK1J3Z3AxZXBBOWNDdTBHbmVMZUQvRCtRWXd6ZHo1a3dZR1JuaDRNR0R1SG56SnQvaE1LK1FrNU9ESFR0MlFDQVFxQ3VWYXBQcWMwQ2hVTEFKSGNQb0NaWVBiM2hVUFdRQllPUEdqWkRMNVR4SDlHSW1KcFVwV2xXclo5Y21qYWRxajlhNHVMaW5iaStxNUZ5MTMydDl0NlZMMnU0aCt5eDl1RUxISm5TYWR4TmdFN3JHcEdQSGpoZzNidHhUSHpCMXdmcmNQRS9UZlc0MmI5NE11VnlPUVlNR3ZmQ01wQ2FWbFpVaEt5c0xBSXFTazVOenEzczl3ekFOQTh1SE4wemE2Q0dyYVhaMmRqQTNOMGQwZERTQXlvbEVjSEROQ3l2V3RrZXJMdnE5YW9PMmU4ZytTeC95NGRtRVRzTW9wU2tBa0phV3huY29qQTVObVRJRnBxYW1PSFhxRkpLVGsrdTBEZGJuUnJ0dTNMaUJpSWdJR0JzYmF6MTNEZ0J1M2JvRlNpa29wYWxhSDR4aEdJMWgrZkNHcVQ0OVpGVjVYKzd1N3RvSVRjM1UxQlQrL3Y3WXQyOGZSbzBhaFZtelpxRjM3OTYxMmtadGU3UnFzOS9yaXpnN095TXVMcTdPeXkxMTBVUDJXU3dmdmhGeWRYWDE1VGlPZnZYVlYxcnBoY0UwWEJzMmJLRDE2VVBJK3R3OFQ1TjlidWJObTBjNWpxUExseS9YY0pRdmR1alFJY3B4SEJXSlJFRjhmeTR4REZNN0hNZVZjQnhIUzBwS2RQSjV3ZWdHNnlHci8zVFJRL1pabjN6eUNlVTRqcnE2dXZiZys3UHBaZGdWT3MxTEFTcXZCakNOeThTSkU5RzBhVk5JSkJLY08zZXUzdHRqZlc0MEp6RXhFU2RQbm9TNXVibFdTeHRYbFo2ZURnQ2dsQ2JxWkVDR1lUU0o1Y01iSU5aRFZyL3Bxb2Zzcy9RaEg1NU42RFFzTHk4dkZZQThNek96VGxXQUdQM1ZyRmt6ekpneEE0Qm1TeU96UGpmMVE1OHBiYXhLOU5hMktwUDZVem9aa0dFWVRib0pzQW1kSVdJOVpQV1hybnJJVnFVditmQnNRcWRoV1ZsWnBRQ1M1SEk1RWhQWmlmbkdadXpZc1dqVHBnM1MwdEp3Nk5BaGpXeVQ5Ym1wbi9QbnowTWlrZWlrdExIS3c0Y1BrWjZlRGtwcFFYeDgvR1dkRE1vd2pNWlFsZzl2MEZnUFdmMmp5eDZ5VmVsTFBqeWIwR2tCcGZRQUFQVVNONmJ4TURNenc2eFpzd0JvcmpSeVErNXpvNnJLK2Rsbm42RzR1UGlGVjZWcjJ1ZW1KdHVxcmFxVlJ5ZFBubHl2bmplMWtaU1VwTHI3RHdETmRiRmxHRVlubEVwbFBBREhSRGd0QUFBZ0FFbEVRVlJjdTNhTjcxQVlMVkQxa0MwdkwwZGdZQ0RmNFRBMW9Pb2gyN05uVDYzM2tLMnFTanNxTnFGcmJDaWx4d0JBSXBId0hRckRnMkhEaHFGRGh3NjRmZnMyOXUzYngzYzR6MmxNZlc3Kzk3Ly80ZHExYTdDMnRzYkVpUlBydmIyYVlzc3RHVWJ2c1h4NEE4ZDZ5T29QWGZlUXJVcGY4dUhaaEU0TEhqeDRjQUZBV1dwcUtvcUtpdmdPaDlFeG9WQ29UcnF1Yldsa1hXZ3NmVzdLeTh2VnVYUFRwazJEVUNpczl6WnJvcUtpQW9jT0hRS2xWRWtwM2EyVFFSbUcwU2lXRDIvNE5OVkRWaGVxRmk1cmpIVFpRL1paK25LQ2xrM290T0JKSHQzL2xFb2xqaDgvem5jNERBLzY5KzhQSnljblBIandBTnUyYmF2UmUxaWZHODMxdVFHQXFLZ281T1RrNEkwMzNzRG8wYVBydmIyYWtrcWxxc3Bwa3ZqNCtKczZHNWhoR0kxaCtmQ05neVo2eU5aSFptWW14b3dadzl0RWplL3hhMExYUFdTcll2bndERVFpMFljY3g5RVpNMmJvcEVjRzAvQmN1blNKY2h4SCsvZnZUeDg5ZXNSM09JM0s0OGVQNmNDQkF5bkhjZlRZc1dNNkhYdlpzbVdVNHpqS2NkeEN2aitIR0lhcE81Rkl0SXpqT0xwcTFTcWRmb1l3dWxYZkhyTDFVZFArczlycVU2c1AvVzkxM1VPMnF0T25UNnY2eWNidy9YbFVIWGFGVGt0S1NrcWlBWlRFeGNVaEx5K1A3M0FZSHJ6OTl0dHdkM2RIVVZFUk5tN2N5SGM0amNydTNidng4T0ZET0RzN1krREFnVG9iOTlHalJ6aHc0QUFBVk1oa010WlFuR0gwR0dYNThJMkNwbnZJMWtiVmxUbGlzVmo5ZUdGaElSWXNXSURldlh0anhJZ1J1SERoZ3ZxNTJ2U2RCWUNMRnkvQ3g4Y0hQWHYyeE1pUkkzSCsvUGxxeDYrb3FNQ0dEUnN3WXNRSWRlL1l6WnMzUTZsVWF1a244V0o4OUpDdFNsK1dXd0pzUXFjMWFXbHBSVXFsY3JkU3FVUkVSQVRmNFRBOFVTMFBDQThQeDcxNzkzaU9wbkhJejgvSFgzLzlCYUN5TkxVdXhjVEVxSmF1SEVsT1RyNnQwOEVaaHRFb2xnL2ZPR2lyaDJ4TmJOMjZGVUJsZTUyNHVEajE0NHNXTGNLalI0OFFHUm1KclZ1M1BqVUpVNmxwMzluaTRtSjg5OTEzT0hQbUREdzhQUERUVHo5Vk83Ni92ejlPbmp5SlZhdFdJVFkyRml0V3JFQjRlTGhPVDA1VG5ucklxdWhiUGp5YjBHa1JwVFFZQUtLam8zVitWb05wR0xwMjdZcjMzbnVQbFViV0lWVnA0MmZQT0dxYlhDN0g5dTNiQVFDVTBqVTZHNWhoR0sxZytmQ05oelo2eU5aVmZuNCtUcDgramM4Ly94eXRXN2RHNjlhdFg5aER0YVo5WndjTUdBQjdlM3RjdjM0ZFRaczJSWFoyOWl0YktqMTgrQkRSMGRGWXVIQWh1blRwQXFGUUNCY1hGOHljT1JOaFlXRmEyKzluOGRGRHRpcDl5NGRuRXpvdFNraElPRWtwVGJsMTZ4YjdNbWpFV0dsazNWR1ZOall5TXRKNWFlTmp4NDRoSnljSGxOSXJVcW4wZnpvZG5HRVlyYUNVN2dDQWd3Y1A4aDBLbzBYYTZDRmJWN201dVFDQURoMDZxQjlyMnJUcGM2K3JhZC9aZGV2V1llVElrZGl5WlF0dTNib0ZBSys4eVBEa2V3ejI5dlpQUGQ2aFF3Zms1K2ZyNUFJRlh6MWtxenB5NUFnQWdCQ3lYK2VEMTRGdTZuZzNYaFNBUDRBZFFVRkI4UFQwNURzZWhnZTJ0cmJ3OHZMQzd0MjdFUkFRZ05XclYvTWRrc0hhdEdrVEZBb0YzbjMzWFhUcDBrVm40OHBrTXZVVldFcnBMem9ibU5GTGRuWjJacTFhdGJLamxOcFJTdCtnbExZVENBUXRBRFNubERZRDBBeEE4eWMzRXdER0FJU0VFR05LcVFraFJBaEFRQ210QUZBQm9JSVFVZ0dnNHNsamp3RThBdkNJRUZLb3VrOHB2VXNJdVNtWHkyOHFGSXFiS1NrcCticmZlLzFTVWxJU2JXRmhVUklYRjJlZWw1ZUhWcTFhOFIwU295WERoZzNEMzMvL2pjek1UT3pidHcvZTN0Njh4S0dhdk4yN2QwOTlYelhKcTYyc3JDeHMzYm9WZS9mdWhiMjlQYzZmUDQvRGh3Ky84ajF0MnJRQkFOeTZkUXZkdW5WN2FsdFdWbFlRQ0xSL0xZaXZIcklxK3BnUHp5WjBXaWFUeVVKTlRFeXlVMUpTMnNYRnhlbDBDUmpUY0V5Wk1nVVJFUkU0ZmZvMGtwS1M0T3pzekhkSUJ1ZjY5ZXVJakl5RWlZbUp6blBub3FPamNlZk9IUUJJam8rUHIxbWZDc2FnT1RnNFdEWnAwc1NGRU9KQ0NPbEdLYlVIWUVzSXNRYlFTcFduUXdnQklVVDl2cXIzWCtTWjE1cWdjc0pYby9lcm5oTUtoUkFLaGVBNHJwaFNta01JdVFQZ0JxVTBGVUNpVXFsTVRFaEl5SzdWRGh1b3RMUzBJamMzdDkwQVBvNklpTUNVS1ZQNERvblJFbFVQMlMrLy9CSi8vLzAzUm84ZURUTXpNNjJPMmF4Wk13QkFmSHc4dW5idGltYk5tc0hXMWhiMjl2Wll0MjRkbGl4WmdxS2lJZ1FGMVcxT29iclNtSk9UZzlhdFcyUG56cDNWanQrNmRXc01HalFJL3Y3K1dMcDBLZXp0N1hIMTZsWDg4Y2NmbUR4NWNqMzJ0bWI0NmlGYmxUN213N01KblphbHBLVElSQ0xSY2dDL0J3UUVZTnUyYmRWK1lUT0dwM1hyMXBnOGVUSTJiZHFFZ0lBQWJONjhtZjBlYUJDbEZPdlhyd2NBakJ3NUVxKy8vcnJPeG43MDZCRTJiTmdBQUZBcWxkL3JiR0Ntd1hCeGNXa3ZFQWc4Q1NFREFIUUZZRWNJYVZ2MU5WWC8zaTBzTE5DK2ZYdTBhOWNPN2R1M2g0Mk5EWm8xYXdaemMzTTBhZElFNXVibTZwdXhzVEdNakl5ZXV4RkNvRkFvbnJySjVYSW9GQXFVbHBhaXBLUUVKU1VsNnZ2RnhjWEl6YzFGZG5ZMnNyS3lrSldWaGJ5OFBBdENTQ2NBblFEMFU4Vm9aR1FFanVPS0tLV1poSkIwQU9jVkNzWC9FaElTNGxHNThxUlJlWklQLzNGMGREVDgvUHgwY29XQzRZZXFoMnhLU2dxMmJkdW1McGFpTFIwN2RzVFlzV014ZCs1Y05HM2FGRWVQSGdVQXJGaXhBb3NYTDhiZ3dZUFJ1WE5uZUhsNUlTVWxwZGJidDdPemc3ZTNOeFlzV0lDMmJkdkMyOXNic2JHeDFZNi9kT2xTQkFZR1l2YnMyWGo0OENIYXQyOFBQejgvZUhsNWFXYkhYNEd2SHJJcStwb1B6NDRvZGNESnljbkV4TVFraFJEU2FlblNwUmcrZkRqZklURThLQ29xd3NpUkkxRlVWSVMxYTllaVQ1OCtmSWRrTUJJU0VqQmx5aFJZV0ZnZ01qSlNuVnVnQzh1WEwwZDRlRGdBbkpGSUpQMTBOakRERndISGNYMEFqS09VdWhGQ0hBQllQL3VpVnExYW9XdlhydWphdFN2czdlMWhiVzJOTm0zYW9FV0xGcnprZzd4SVJVVUZDZ29La0orZmo5emNYTnk2ZFF1cHFhbElUVTFGWm1ibWM5WCtLS1dQbjB6d3JsSktvd1VDUVdSY1hGd0pQOUhyRkJHSlJFbUVFS2VmZi82WnBVOFl1TXVYTDJQR2pCbXd0TFJFWkdTaytpb1dvMzNGeGNVWU5Xb1VIajU4aUY5Ly9WV25iWWRVRGg4K2pHKy8vVmFWRCsrazh3RHFpRjJoMDRHVWxCU1ptNXZiWEVMSWdRMGJOc0RUMDFPZHRNbzBIcGFXbHZqUGYvNkRsU3RYSWpBd0VMMTc5MlpYNlRTZ2Ftbmo4ZVBINjNReWQvbnlaZFZrcmtTaFVPaStEQmVqRTJLeCtFMkZRakZCSUJBTXBKU0tBYndHL1A5VnR3NGRPcUI3OSs0UWlVU3dzN05EKy9idFlXbHB5V2ZJTldKc2JJeTJiZHVpYmR1MjZOcTE2MVBQeVdReTVPVGs0T2JObTBoSlNjR2xTNWVRbkp6Y1ZLbFVjZ0E0UXNoRVNta0Z4M0dKbE5KekFQWkpwZEt6QUF5eHBEUExoMjlFVkQxa3o1OC9qNDBiTjJMQmdnVjhoOVJvOE5WRFZrV2Y4K0haMGFRT2lVU2lJNFNRd2I2K3Z2amlpeS80RG9maFFWbFpHVWFQSG8zNzkrK0RYYTNWak5qWVdIejIyV2Q0N2JYWEVCMGRqU1pObXVoazNNTENRdmo2K2lJN094dVUwa1ZTcVhTcFRnWm1kTUxOemMwTndDY0NnY0FUZ0xyY20wQWdnRmdzeHNDQkErSG82SWlPSFRzMm1qUDRNcGtNdDIvZlJrWkdCczZlUFlzVEowNmd0TFJVL1R5bHRBREFHUURCVXFrMEFwVUZXd3pDazVVMk53Z2g3VFp0MnNUeTRRMWNhbW9xSms2Y0NGTlRVK3pmdng5dDI3YXQvazFNdmVUbjUyUFVxRkVvTFMwRlgzOWpZV0ZoOFBmM0I0QmtpVVNpVjhVTzJJUk9oOXpjM0RvTEJJSjRnVUJndm5uelpsUWVMekNOVFhSME5CWXRXb1QyN2Rzak5EU1VsNFJmUTZGUUtPRGo0NE9NakF6TW5UdFhKd25iUUdYSjU2KysrZ29uVHB3QUFLbEVJdWtPUUtHVHdSbXRjWFYxRlJrWkdjMmdsTDVMQ0hsRDlYaVhMbDNnNmVrSmtVaUVybDI3TnBnbGszeFRLQlM0Y2VNR1VsSlNjT0xFQ1p3L2YxNWRLcDFTV2lBUUNFN0w1Zkp0Q1FrSlVRRDRxd092SVNLUmFDWWg1SGNuSnllV0Q5OElMRnk0RUljT0hjTHc0Y094ZENrN1g2ZHRhOWFzUVhCd01OemQzWG5wMi92bzBTT01HemNPQlFVRlVDcVZZK0xqNC9XaVhZRUsrelRTTVk3alpnRDRvMzM3OXRpMWE1Zk9yaVl3RFlkQ29jRDQ4ZU54OCtaTnpKOC9IeDkrK0NIZkllbXRRNGNPWWVIQ2hiQ3hzVUY0ZURpTWpZMTFNbTVRVUJBQ0FnSkFLYzFYS0JSdkp5WW0vcXVUZ1JtTjY5U3BrNm1scGVWL0NDSFRBTGlvSG4vcnJiY3dac3dZOU96WkUrM2F0ZU14UXYxUldGZ0lxVlNLUTRjTzRmang0MVY3ZWQybGxPNHRLeXY3NmVyVnF6bDh4bGdmTEIrK2NibDkremJHalJzSFNpbjI3dDBMT3pzN3ZrTXlXRGs1T1hqLy9mY0JBQ0VoSVRwdE82U2k3L253Um53SDBOams1T1JJYkd4c2VoVVdGbmE2ZCs4ZVBEdzgyRm0rUmtZZ0VNRGEyaHFIRHg5R2VubzZ2THk4ZERZUk1TVGw1ZVdZUDM4K0hqOStqSG56NXVHdHQ5N1N5YmhuejU3RmtpVkxBRUJCQ1Brd1BqNytnazRHWmpUS3pjMnRzNDJOelVZek03UGZDU0ZqQUZoMTZkSUZYMy85TmViUG53OWZYMTg0T2pvMm11V1VtbUJxYWdvN096dDRlbnBpNHNTSjZOMjdOeW9xS25EOSt2V21BSG9hR3h2UHRiYTJIbXB0YloxMzkrN2ROTDdqcmEzNzkrOHJySzJ0cnhOQ0psNjllaFZlWGw1c2hZVUJhOTY4T1FvS0NwQ2NuSXk3ZCsvaXZmZmU0enNrZzdWcTFTcWtwcVppOE9EQm1EQmhnczdIdjN6NU1uNzk5VmVnTWg5K2VHNXVicDdPZzZnbk5xSGpRZHUyYlU4SUJBS2Y5UFQwcHMyYU5XTTl5Um9oT3pzN25EdDNEamR2M29TUmtSSGVmdnR0dmtQU08yRmhZVGgwNkJEczdlM3gzWGZmNmVURWlGUXF4ZHk1YzZGUUtFQXBYU0tWU2pkcmZWQkdvMXhkWFVYdDJyWGJTd2o1aFJEaUpCUUt6U1pNbUlBZmZ2Z0IwNlpOZzcyOVBWdFNxUUhHeHNhd3NiSEJvRUdETUhic1dOamEydUxLbFN1Q3NySXlXMEtJdDQyTmphK05qVTFwVGs2T2xPOVlhK1B1M2J2WHJLMnQreFFYRjc5WlhsNE9kM2QzdmtOaXRNakJ3UUg3OXUzRDlldlgwYnQzYjFoWldmRWRrc0c1ZnYwNmxpOWZEaE1URTZ4Y3VWTG5CYVVLQ3dzeGQrNWNGQlVWZ1ZLNlBENCtQa3luQVdnSXV6VEVFNDdqZWxGS1R3cUZRdFBBd0VEMDZOR0Q3NUFZSFpOSUpKZytmVHJmWWVpOWxTdFh3c1BEUSt2anBLV2xZZXJVcVNndExRV2xORkFxbGVxMmV6bFRMNjZ1cms1R1JrWWJLS1h2RUVKSXk1WXRNWC8rZkxpN3U3T3JjRG9pbDh1UmxKU0UzMy8vSFhGeGNRQUFTbWtHZ0tWU3FUU1kzK2hxanVYRE55NGJOMjdFcGsyYklCS0pXQTlaRGFPVTRzc3Z2OFNwVTZjd2J0dzRmUHZ0dHpvZDM1RHk0VmwzVEo1SUpKSi9BUHhIb1ZEZzY2Ky9Sa1pHQnQ4aE1UckdjUndHRHg3TWR4aDZyWGZ2M2pxWnpNWEh4MlA2OU9tcWluNGhiREtuUDdwMTYyWWxFb21PQ0FTQ1JBRDkyclp0UzM3NTVSZkV4TVJneUpBaGJES25RMEtoRUNLUkNCczNia1J3Y0RCNjllb0ZRa2duUWtnUXgzR3BITWZwdms1NUhjVEh4MThETUUrcFZHTFJva1ZQVmZwa0RJK1BqdzhzTFMwaGxVcHg3dHc1dnNNeEtJbUppVGgxNmhRc0xDd3dhOVlzblk4ZkVoS0NFeWRPZ0ZLYUw1Zkx4MEZQSjNNQXUwTEhPNDdqL0FGODI3SmxTMnpac2dVZE8zYmtPeVNHVVl1SmlVRitmajU4ZlgzNURvVTN4NDhmeHpmZmZBTzVYQTVLNlE2cFZEb0podGxyeTlBUWp1TVdBUGdPZ0dYcjFxM3gzLy8rRjMzNzltVTVxdzBFcFJScGFXa0lDQWpBeFlzWFFTbFZBZ2d2S2lxYWtwR1JVY2gzZk5VZ0hNY2RCREJreElnUldMeDRNYnR5WThCMjdOaUJsU3RYb2t1WEx0aXhZd2Y3djlZQVNpbW1UNThPcVZTS2p6LytHSFBtek5IcCtHZlBuc1hubjM4T1Nxa0N3QmlKUkJLbDB3QTBqRjJoNDVsRUlsbElLVjJibjUrUFR6NzVCSGZ1M09FN0pJWlJDdzhQUjFpWVhpNG5yemVGUW9HZ29DQXNXTEFBY3JtY0F2aE5LcFZPQkp2TU5Yak96czVkT1k2TEIvQ3prWkdSNWV6WnN4RVJFWUVCQXdhd3lWd0RRZ2hCMTY1ZHNXSERCcXhidHc0dFc3WVVFRUxHV1ZwYVpvaEVJdDMwSUtrN3FsQW9wZ0s0R3gwZGpWMjdkdkVkRDZORlk4ZU9SWnMyYlpDZW5vNlltQmkrd3pFSTU4NmRnMVFxeFd1dnZZYXBVNmZxZEd5cFZJcjU4K2VEVWdwSzZWSjluOHdCYkVMWElFaWwwczhCYk03TnpjV1VLVlBZOGt1bXdVaE1UTVR0MjdlaFZEYXVPVXgrZmo2KytPSUxCQVFFQUpYTmtlZEpKSklGUElmRjFJQklKUHJKMk5nNEVZQUx4M0dJakl6RWxDbFRZR1pteG5kb3pFc1FRdEM3ZDI5RVJrWmkrdlRwSUlTMElZUnM0emp1akZnc2JzNTNmQytUa0pDUURXQU1wYlI4OWVyVnVIanhJdDhoTVZwaVptYW12b0swYWRPbXFpMDVtRHBRS0JSWXUzWXRBT0Nqano3U2FRdXZ0TFEwZlBycHA2aW9xRkRsd3h0RWswRTJvV3NZcUVRaW1RbGcvZjM3OXpGMTZsUjF3ampEOE9YWXNXT1F5K1ZRS3BVSURRM2xPeHlkb0pUaW4zLytnYmUzTjJKalkwRXB6VllvRkVNa0Vza2F2bU5qWHMzWjJia0Z4M0gvRUVMK2EySmlZdnpiYjc5aDQ4YU5zTGEycnRQMmNuTnpNWHIwNkplZXpFaEtTb0pZTElaTUpxdFAyRm9oRm92Vk4zMWlibTZPbVRObklqdzhITGEydGdEUVY2bFVwbkVjOXc3ZnNiME15NGR2UElZT0hRbzdPenRrWldWaDc5NjlmSWVqMTQ0ZVBZcU1qQXpZMk5qb3RCZXZJZWZEc3dsZHc2R1VTQ1J6S0tYL0xTb3Fvck5uejBaMGREVGZNVEdOV05WSlhHUDQ4c3JOemNVMzMzeUQyYk5uSXk4dkQ1VFNnektaekNVaEllRUUzN0V4citiaTR1SmdiR3ljREtDbm5aMGR3c0xDTUdEQUFBZ0VkZitLczdLeXd2NzkrK3UxRGI1czNib1ZBSEQrL0hsK0E2bWpEaDA2WU5ldVhSZ3paZ3dJSVZhVTBxTnVibTdUK0k3clphUlNhUkNBSHdzTEMvSEpKNS9nMXExYmZJZkVhSUdSa1JFKysrd3pBSlYvWTZ3WVR0MlVsNWNqTURBUUFEQjkrblNkTFlNL2Z2dzRac3lZZ2VMaVlsQktkMGdra285ME1yQ082TjgzbFlHVFNxVS9VMHA5S3lvcVNoY3RXb1JseTVhaHJLeU03N0NZUmtnaWthanYvL3Z2dnp4R29sM0Z4Y1VJRGc3R21ERmpjUFRvVVFDNEQyQ21WQ29kbHBLU2tzOXplRXcxeEdKeFQ2RlFlQkhBNi8zNzk4ZjI3ZHRoWTJQRGQxaE1QWm1abVdIaHdvV3FIcE9taEpDTklwSG9PNzdqZWhtV0Q5ODQ5Ty9mSDkyNmRjT0RCdyt3YmRzMnZzUFJTeEVSRWNqSnlZRzl2VDFHalJxbDlmRWFTejQ4SzlQVFFJbEVJbGNBK3dnaG5UcDE2b1NmZnZvSjl2YjJmSWZWWUZCS2NmejRjZHkvZng4VEpreGdGYWMwN015Wk0vajg4OCtmZXN6RHd3TURCZ3hBejU0OTBhWk5HNTRpMDV6Q3drS0VoNGRqNjlhdEtDd3NCQUE1Z0wrVlN1Vlg4Zkh4RDNrT2o2a0JrVWpVRDBBTUljVEN6ODhQL2ZyMXc1UXBVN0JvMFNLc1diTUd3NFlOdy96NTh5R1R5YkJtelJvY1BIZ1FGUlVWNk5ldkg3Nzk5bHMwYmRvVUFMQnIxeTc4OWRkZktDb3F3cmh4NHpCLy9ud2tKU1hCejg4UFo4NmNnYm01T1FvTEM3RnMyVExFeHNhaVpjdVdHRDE2Tkg3Ly9YZWNQMzhlSmlZbXJ4eER0YTBOR3pZZ0lDQUFOMjdjUUljT0hiQmt5Ukk0T2pvQ3FPeUhGQlFVaExDd01PVG01cUpWcTFaWXVYSWxIQjBkcTQzL1dhcnhWTEdwL3IxNDhXS3NXN2NPaEJBc1c3WU0xNjVkdzVZdFd5QVVDdkg5OTkralg3OStkWHF0Nm1mMDdOaHBhV25WN25kTjlrMGlrV0RXckZtUXlXU1VFUEtUUkNKWnFNVmZxL29nSE1kdEJEQzlUWnMyQ0F3TVJLZE9uZmlPaWRFdzFrTldNM1RSUXpZL1B4K0xGeTlHYkd3c1VKa1AvNVdocGxDd0szUU5sRlFxVFNncEtlRW9wV0VaR1JudzhmSEIxcTFiV1NJdWdIdjM3bUhldkhuNDZxdXY4T3V2dnphSzVZQzZ0bS9mdnVjZU8zbnlKQll0V29UMzNuc1BIMzc0SVRadTNBaXBWTm9nYzRoZWhsS0s5UFIwckYyN0ZzT0hEOGZhdFd0UldGaW9vSlJHS3BYSzdoS0o1RDlzTXFjZm5KMmR4WVNRUTRRUWkzbno1bUhPbkRucTVaRVhMbHhBVkZRVVpzNmNDUUJZdm53NVVsTlRzV3ZYTGtSSFI2T2dvQUFyVjY0RUFHUmxaZUhYWDMvRjh1WExjZXpZTVF3ZE92U0Y0eTFhdEFpUEhqMUNaR1FrdG03ZCt0eHl4bGVOb1JJV0ZvYTFhOWZpeUpFanNMYTJ4ckpseTlUUHJWNjlHbUZoWWVwSlkyQmdJRjU3N2JVYWI3c21Nakl5c0gvL2Z2VHExUXNMRnk3RXJWdTNjT0RBQVhoNGVHRFZxbFYxZm0xMVhyWGZOZGszanVPd1k4Y09OR25TaEFENHhzM05UYmZkaDJ1TzVjTTNBdnJTUTVaU3luY0lMNlh0SHJJc0g1NXBrTnpjM1B3NGpydlBjUnoxOXZhbUtTa3B0REdTeVdRME5EU1U5dTNibDNJY3A3NE5HVEtFUG43OG1PL3dESXE3dS90VFAyT080NmhJSktJaWtlaUlTQ1FxcXZwNDc5Njk2UmRmZkVGRFFrS29SQ0toeGNYRmZJZi9GS1ZTU2UvY3VVUDM3TmxEdmIyOXErNlR6TTNOYmJkSUpIcUw3Nzl4cG5hY25KdzZjQnozaU9NNHVtSERCcXBVS2ltbGxDWW1KbEtPNDJocWFxcjYvejgvUDUrS3hXS2FscGFtZnV6czJiUDBuWGZlb1pSU2V2ZnVYU29XaTJsRVJNUlR2emVxYlJVWEY5Tzh2RHpLY2R4VG43M256cDJqSE1mUjh2THlhc2RRYlNzek0xUDlmR3hzTEJXTHhWU2hVTkRDd2tMYXZYdDNldW5TcGVkK2Y2dmI5b3VveGlzdkwzL3EzOW5aMlpSU1N2LzU1NStuL24zcDBpWEtjUnlWeStWMWVtM1Z2L21xWTFlMzM3WGR0eXRYcnREdTNidFRrVWlrNERodUl0Ky9oNjhpRW9tK0ZvbEV5cDQ5ZTlLb3FLaVgvbDh4akRaTW16YU5qaGt6aHU4d2VISDM3bDM2OWRkZlZ6MTJpWEZ5Y21ySjkyZUN0Z241RG9DcFhueDgvRmFSU0hRQXdPL3A2ZW5qSmsyYWhHSERodUdUVHo3QjY2Ky96bmQ0V2tlZm5HbFp0V29WYnR5NG9Yb3NDc0JNQUh2djM3L2ZlL1hxMWZqdXV3YWJYcUZYTGwrK2pQTHk4dWNlZjdLczlROUN5SEM1WEQ3QXlNaG9GSUQrWldWbFRxZE9uU0tuVHAwQ0FBZ0VBblR0MmhWdnYvMDJuSnljMEtGREI5amEydXEwTEhGeGNUR1NrNU54OGVKRm5EcDE2dGtjd0RTbFVybXp0TFIwYzFwYUdrdDAwVE5PVGs0bXBxYW1od0UwR3o1OE9HYk9uUG5ja3V2MjdkdXI3OSs5ZXhlVTBoZFdVcXVvcUlDVmxSV1dMVnVHZ0lBQWhJU0U0SnR2dm9GSUpIcnFkYm01dVFBcWkzV29WRjBTV04wWUtxMWF0VkxmdDdTMEJLVVVjcmtjMmRuWlVDZ1VjSEJ3ZU83OTFXMjdOZ1VGVkZmOFZNc2pXN2R1RFFBd05UVUZVSmxyVXBmWFZ1ZGwrMTNiZlhOMGRNUnZ2LzJHTDc3NFFnQmdpN096YzJKU1VsSlNqUVBSSWFsVStyT2JtOXZ0aW9xS0xZc1dMV29pbFVxeFlNRUMxajZEMFltRWhBUW9sVW9vbFVxOUxPeFVGOFhGeFFnTEM4UHZ2Lyt1T29hNUQrQjdxVlM2a2VmUWRJSk42UFNFVkNxOUQ4Q0w0N2ozQVB3U0V4UGpmUFRvVWZqNCtNRGIyeHR0MjdibE8wU05vNVJDSXBGZ3k1WXQ2djQrbE5KcmhKRC9TcVhTTUFCd2RuYWVLUlFLTDRXSGg1djI2TkVENzc3N0xxOHhHNEpYTmNpbGxDNlFTQ1JoQUk0OHVjSFIwZEhHek14c01DR2tMd0JPb1ZCMHUzTGxpdW1WSzFmVTd5T0VvRjI3ZG5Cd2NFRG56cDFoYTJ1TFZxMWFxVy9ObWpXcmRSNmtVcWxFWVdFaDh2THljUC8rZmZ6Nzc3KzRjdVVLa3BPVGtabVorVXpZOUJvaDVDU2xkS3RVS3RYUDBuOE1BTURFeE9SSEFGMGRIUjN4L2ZmZnYvRDNwdXBqTFZ0V25wZzljT0RBUzFzWURCMDZGSjZlbmxpN2RpMisrdW9yVlhFY05kWGs3ZDY5ZStyN3FrbGVUY2Q0bFJZdFdnQUFNak16NGVUazlOUno5ZDIyTnBtWW1BQUF5c3JLMUJPL3g0OGYxL2o5ZGRtM2Z2MzZZZXJVcWZqenp6L05oRUpoaEllSFI1ZVRKMDgyeUZ5RStQajRIU0tSS0FYQXZ2Mzc5M2RLVGs1bStmRFBvQ3dmWHVPT0hUdW1QdUVTR2hxS0R6NzRRUDNjNDhlUHNYMzdkclJyMTQ3bHd4c1lOcUhUTXhLSjVCQ0FJMjV1YnROa010a1AyN1p0YTdkOSszYTgvLzc3OFBIeGdaMmRIZDhoMXB0Y0xzYy8vL3lEUC8vOEU0bUppYXFISDFCS1YwaWwwalVBMUtlR2s1S1NrdHpjM0Q0bGhHeGF2bnc1SEJ3YzBMRmpSMTdpTmhULy9QUFBxNTRXUGZ2QTFhdFhjd0FFUGJtaFU2ZE9wcGFXbGowQmVCQkMzQUIwb3BTK21aV1ZaWjZWbFlWang0NDl0MUZqWTJOWVdWbkIwdElTWm1abWFOS2tpZm9HVkI0d2xwZVhvN3k4SEdWbFpjalB6MGR1YnU1VFZ6OVVLS1dVRUhJYlFLSlNxVHdHWUg5OGZQek4ydjRjbUlaSEpCSzVBL2pDMU5RVXExZXZydEhWS1NzckszQWNoOTkrK3cwTEZpeEE2OWF0Y2YzNmRUeDgrQkE5ZXZSQVRrNE9jbk56MGExYk45amEya0lta3oyWGUySnJhd3Q3ZTN1c1c3Y09TNVlzUVZGUkVZS0NnbW84UmsxaTdOZXZIL3o5L2JGNDhXSzgrZWFieU1qSVFOT21UZEd1WGJ0NmJWdWI3T3pzWUc1dWp1am9hRXllUEJubDVlVUlEZzZ1OGZ2cituT2JNV01HTGw2OGlLU2twRGNlUFhxMERNQTNHdGdkclpCS3BRa09EZzZjdWJuNTFveU1qTEUrUGo2WU9YTW1mSDE5SVJRMjdrT3dlL2Z1NGFlZmZzTHAwNmNCVks3dUdEOStQTTlSNmI5bld3NVZuZEN0WDc4ZWUvYnNVZis3UzVjdThQRHdRSThlUGVEazVLUStTZFBRVVVweDdkbzFIRHAwQ0h2MzdrVkpTUWtBS0NpbEJ5aWxpK0xqNCtQNWpsSFhHdmVuaWY1U3hzZkhiK3JVcWRNMlMwdkwvOGpsOHJtaG9hRnZob2FHd3QzZEhXUEhqa1dmUG4zVVMyUDB4YjE3OTNEdzRFSHMyYk1IZCsvZVZUMmNBeUJRTHBjSEpDWW1Gci9vZmZIeDhaczVqdXRmWEZ3OGNjNmNPZmo3NzcvVnk0T1kya2xJU0hobGJ4MUNpS21ycSt1N0NRa0pSMTcybW95TWpISUFwNS9jMUc4Vmk4WDJsRkpYU3FrckFMc24vYVdzQUxTdHFLaG9rNVdWVmR0bU5FV1UwaHhVL283Y0FYQU53RDh5bWV3Q2F6ZGdrQWdoNUM4QWdsbXpadFhxelBMUFAvK01GU3RXd012TEN4VVZGYkMzdDhmY3VYTUJWQzRkWExwMEtiS3pzOUd1WFRzc1g3NzhoVmNKVnF4WWdjV0xGMlB3NE1IbzNMa3p2THk4a0pLU1VxTXhhc0xmM3g4QkFRR1lOV3NXaW91TFlXZG5CMzkvL3pwdDI4L1BEd0RnN3U2dTFhSWNwcWFtOFBmM3gyKy8vWVo5Ky9haFRaczJHREJnQUM1Y3VGRGpiZFRsNTJaa1pJUWZmL3dSbzBlUGhrS2htTy9xNnZwM1FrSkNlbjMzUjF2UzB0S0tBSXh6YzNQenE2aW8rSFhkdW5XdER4OCtqTysvL3g1dnZkWDRVbmdyS2lvUUZSV0YxYXRYcXc3RUFRQi8vZlVYaGc4ZkRnc0xDeDZqMDM4dmF6bVVrcEtDUFh2MmdGSXFBM0FLZ0h0NmVuclQ5UFIwYk5xMENXWm1adWpac3lmRVlqSGVldXN0T0RnNHFLKzhOd1NVVXR5OWV4ZG56NTVGV0ZnWTB0UFZmL0lWU3FVeW5CQ3lSQ3FWWG5uVk5nd1p1N1p0R0FRY3gva0FtQTJnSndEU3JGa3pqQnc1RWg0ZUhuQnhjV213WndJTENnb1FHeHVMdzRjUDQvejU4K296NDVUU0JFTElGa0xJeHJpNHVPY3Z3enlqZmZ2MlRkcTJiWHNZd0R0dnZ2a210bXpaZ21iTm1tazdmSVB6M1hmZjRlREJnNjk4RGFYMHRGUXE3YS9ob1VtM2J0M2FDb1hDWmdoOUxUNEFBQ0FBU1VSQlZBS0JvQWtBYzdsY2J2N2tQb3lNakVya2Nua3hwYlFFUUxHeHNYRitYRnpjSXczSHdEUmdJcEhvUTBMSURudDdlK3pldmJ2UjVJVXdMN2RxMVNwczM3NGRsTklJcVZRNm11OTRha0lrRXJVQjhEc2haQndBbGc5ZkpSK2VFTko3ekpneExCKytIbDdVY21qcDBxWHc5UFRFeHg5L2pMUzBOQUQ0VFNLUkxCQ0x4Y1pWOCtFQk9LSEt2SURsdytzWE5xRXpNQnpIT1FLWVRTbjlnQkRTRnFoTVFoODhlRERjM2QzaDdPek02NXBwdVZ5TzlQUjBTS1ZTbkRsekJwY3ZYNjY2dkttUVVocWhWQ29ERXhJU0x0WjIyL2IyOXMyYk4yOStpaERpMnJselp3UUdCcklyZGJXVW5KeU1PWFBtb0tpb0NKVFNiWVNRandCQUlwR3d6d3FHVnh6SFpRS3cxVVh2SWtZL2xKZVh3OVBURThYRnhWU3BWRG9uSkNTa1ZQK3Voa0dWRHcvQTJkall1Tkhtd3ovSnlZYXpzN096VUNpOFJBZ3gvZW1ubjFnK2ZCM05uVHNYWjgrZWZlb3hCd2NIdUxtNVlmZnUzUUJ3SXo4LzMrbm16WnRsejc3MzJYeDRTbWszUXNoVFM3MVlQbnpEeFE3U0RKY1J4M0dlQUNaUVNvY1FRdFNuLyt6czdOQ3JWeTg0T2pyQzN0NGViN3p4aGxiT3VGQks4ZURCQTJSa1pDQXRMUTN4OGZHUVNxVlBKYzFUU2g4U1FvNEEyRjFlWGg2ZGtwSlNyNlptSXBHb0RTSGtNQUJSdTNidHNINzlldGphMnRaelR4cUg4K2ZQWTk2OGVhcStjaUVTaVdReXgzRktnRTNvR0g2SlJLSkJoSkQvZGV6WUVhR2hvYXh3QXFQMjg4OC9xM0tDTmtna2t0bDh4MU5MQWpjM3QybUVrQjhJSWUyRVFtR2p6WWNIQURjM3Qra0NnV0NUaFlVRmdvT0RXVDU4SGZUdTNmdTVLdFVDZ1FCS3BSSUFTdVJ5K1R1SmlZbVNGNzc1R1MvS2h3ZndKb0NYcnNOaytmRDhZZCtLalFNUmk4VTlLS1ZES2FWOUNTRTlBRmlxbnlRRXRyYTI2TkNoQXpwMjdBaGJXMXUwYU5FQ2xwYVc2cHV4c1RHTWpJeGdaR1FFZ1VBQW1VeUc4dkp5eUdReUZCY1hvNkNnQUE4ZlBrUmVYaDR5TXpOeDQ4WU4vUHZ2djArdGp3Y0FTbWs1Z0RoSzZWbENTSXhVS28xRlpVVWlqWEZ3Y0xDMHNMQ0lBRENnZWZQbThQZjNoN3U3dXlhSE1DaEtwUkxidDI5SFFFQUFLS1dnbEs2VVNxWHpBWURqT0Fxd0NSM0RMNUZJRkVRSW1UUnIxaXhNblRxVjczQ1lCaVE3T3h1alJvMENwYlJFS3BXK0JxRGFKZm9OelpNRDUvOFFRdWFpOG9DNVVlYkRBd0RIY1NFQUpyNysrdXNzSDc2V0xsKytqQmt6WnJ6MGVVcnBMS2xVK25zOWgzbGxQandocEEwQWxnL1BBM2FRMWpnWmNSem5CcUFYQURHbDFJa1E4aWFBVnRXOHIxYWVYSDM3bDFLYUJ1QXlJU1Mydkx4Y1V0K3JjRFh4cEZmVkh3QStKb1JnK3ZUcG1EcDFhb1BOSmVUTG8wZVBzR3paTXB3NGNRSUF5aWlsWDB1bDByV3E1OW1FanVHYms1TlRVMU5UMDN3QXhpZE9uR0M1c2N4VEtLV1lOR2tTcmw2OUNvVkNNVFloSVNHYzc1anFnZVhEczN6NE9wcy9mNzdxdS93NWxOSWNxVlNxaTBSTmxnL1BFM2FReHFoMTZ0U3BtYVdsWlJkS2FSY0Fyd3NFQWl0S2FVdENTQXRLcVNrQVkwS0lrRklxQkZCT0NDbW5sSllCS0tHVVBoQUlCSGVmbkdXNVZWeGNmQ1U5UGYwQnJ6c0VRQ1FTVFNHRXJBTmc3dWpvaUVXTEZxRno1ODU4aDhVN1NpbE9uejROZjM5LzVPWGxBY0J0U3VtRVo5ZWtzd2tkd3plUlNPUkpDRG5xNE9DQUhUdDI4QjBPMHdBRkJnYmk3Ny8vQm9EMUVvbGtEdC94YUFMTGgyZjU4TFhWdDIvZmwxYXBwcFNXUzZWUzF0WGVnTEdETk1iZ3VicTZPZ2tFZ3EyRWtMZU5qSXd3ZGVwVVRKbzBxVUdWNDlXbDNOeGNCQVFFNFBEaHc2Q1YzOEI3NUhMNUowbEpTUVhQdnBaTjZCaStjUnkzRU1EeWtTTkhZdkhpeFh5SDgwcEpTVW53OC9QRG1UTm5jUDM2ZGZYOVp6OXJxcjVPVzU5RHVoaWpvYmgwNlJKbXpwd0pBSWtTaWNTVjczZzBqT1hEczN6NGFpVWtKR0RLbENtdmZJMUNvUmp5cXBaRGpINXJtTmZ1R1VhRG5sUSs2K1htNXZZVmdPODJiZHBrSGhvYWlzOCsrd3hEaHc2RmtaRVIzeUhxeE9QSGo3RjkrM2I4L2ZmZnFLaW9BS1gwRHFWMGRueDgvSDYrWTJPWVYzQUJBRGMzTjc3allCcW9idDI2QVFBb3BWMTVEa1ViRkJLSjVEQ0F3M2dtSC83bXpaczlidDY4YVpENThGS3A5TDZEZzBOL0N3dUxpT3pzN0FFZmZmUVJ5NGQvaGIxNzkxYjdHb0ZBc0JBQW05QVpLRGFoWXhvTFJYeDgvRTlPVGs3YlRVMU5mMzN3NElIWG92OWo3ODdqb3FyMy80Ry9QclBCc0NnSUNpNHNqYVlVNnptNFpGbHFibGxxWlY2M3pPaW12N3lWK3EydVdXcHFMcWszczh3eXkyNTV0Vnl5M0pmTVZwZElFb2JWSlJGWkZSUlpoWUZaenVmM0I4d0VDb0lLbkFIZXo4ZURoek5uZlo5QkdONXp6dm04Rml4UWZQbmxsNWd5WlFvR0R4NE10ZnBXNytOdEhnb0xDN0Z6NTA1czNMZ1JoWVdGNEp4ZkEvQ3h4V0paZkxPYjB3bXhFL2NBUUxkdTNlU3VnOWdwclZhTGR1M2FJUzh2VHhNVUZPU1RtSmlZSVhkTmpZUkhSMGVmQUdCTmJxOTJQN3drU1lIcDZlbGQwOVBUUGE0ZnV2Nk9kbHJEL2ZCR283SFI3NGMvZS9ac2NXQmc0Q01PRGc3ckNnc0xuNXMrZlRyZEQxK0xXYk5tb2F5c3pIWS9QQUJIZ0s2dWFVM29KNEswS2tsSlNla0F4b21pR000NVg1NmFtanBvM3J4NTdNTVBQOFRreVpNeGJOZ3d0R3ZYVHU0eUcwUnFhaXIyN05tRGJkdTJvYXlzREtqNEpiOEZ3RHk5WHQvcVF6aEo4OEE1OTJhTXdkdmJ1OG4yS1VrU05tN2NpQjA3ZGlBbkp3Y2VIaDU0NzczM2NNODk5OEJvTk9LRER6N0F3WU1IWVRLWjhOQkREMkhPbkRsd2NYRzU1ZjNFeDhmand3OC9SRXBLQ254OGZEQi8vbndFQndjREFLS2lvdkRCQngvZy9Qbno2TkNoQStiTW1XTTdPN0YxNjFaODhjVVhLQzR1eGxOUFBZVi8vL3ZmdGU1RHI5ZmovZmZmUjFaV0ZucjE2b1ZGaXhiQnpjME5BT284bHB2TnQxN1N1WGJ0V3F4ZXZSb3BLU253OWZYRjIyKy9qWHZ1dWVlV1g0czc1ZTd1anJ5OFBGVGViOVpTRzdycldXSmlZcUlCUkZlZDJKTHVoNjlzR3Y4cENNSXhBR3MrKyt3enA2TkhqOUw5OEpWcXV4K2VNZmE3M0xVUlFraVRDUTBORlVSUjNDR0tvbGtVUmQ2N2QyOCtkKzVjZnVMRUNXNDBHbmx6VTF4Y3pBOGRPc1NuVHAzS1JWRzBmaFVKZ3JCR0VJUmJIdUhLdW8zR2VPMEpxUTlSRkEyaUtIS0R3ZEJrUDBjclY2N2tJMGVPNUxHeHNkeGtNdkh6NTgveml4Y3ZjczQ1Zit1dHQvaHp6ejNIczdPemVYNStQcDgyYlJwZnVIQWg1NXp6K1BoNExvb2lMeWtwcWZiNGV0WjVyN3p5Q3MvSnllR0ZoWVY4eG93WmZPellzYlpsZnY3NVo1NlVsTVRMeTh0dDlYRE9lVVpHQmhkRmtaODRjWUtYbEpUd3hNVEVHby9CdW8vWFgzK2RYNzE2bGVmazVQQUpFeWJ3T1hQbTJKYTUyYkhVOTFoZmYvMTFmdVhLRlY1WVdNaW5UNS9PSjB5WWNJZXYvdTJaUEhreUYwV1JDNExRWCs3L3M2UnhoSWFHQmdxQzhLY29pcnhYcjE1ODNicDFOZjU4dFJiWjJkbjh6VGZmdFA2L2x3UkIyQm9jSE93TzBIczNJYVNWQ2dvSzhna0xDMXNoQ0VLRzlSZGgvLzc5K2JKbHkzaGtaQ1F2TFMyViszZDNyZkx5OHZnUFAvekFaODJheFh2MzdtMXI1QVJCaUJWRjhmOTY5T2poV3ZjclVETjZVeUJ5czM3WVlqS1ptdVRucWFpb2lQZnExWXYvK2VlZk5mNnNoWWVIODdObno5cW1IVHQyakQvNDRJT2M4MXR2NkZKVFUyM1RJaU1qZVhoNE9MZFlMTFpwQm9PQm56cDFpcTlidDQ1Ylg0UHM3R3dlSGg3T2QrL2VmZFBqc083andvVUx0bW5mZi84OTc5ZXZYNzJPcGI3SG1wNmVicHQvL1BqeEc0NmhxVXljT05INnUrOUJ1Zi9Qa2thbERBc0xlMU1VeFJKUkZQbVFJVVA0M3IxN3VkbHNidkwvYzNJcExpN202OWF0NDMzNjlMRysxMmVGaFlVOVVmVkZvdmZ1MW9jdXVTUUVRT1U5RjdNQnpCRUU0VEVBRTRxS2lvWnUzNzY5M2ZidDI2RlNxZEN6WjAvMDY5Y1A5OTU3TDdwMzc5NG9vNG5WUjM1K1BzNmVQWXU0dURnY1BYb1VwMCtmdHMzam5LY3l4dlpKa3JReE5qYjJUMWtLSktSaGxRSndMUzB0YlpJOHFxeXNMRmdzRnZUbzBlT0dlZG5aMmVDY1k4S0VDVGZNTTVsdVBjKzY2ckR6enM3TzRKekRiRFpEbzlGZ3pabzEyTE5uRDBKQ1FtekIwcElrd2N2TEM0c1hMOGJxMWF2eDFWZGY0YzAzMzRRZ0NMWHVvME9IRHRVZWw1YVdRcEtrT28rbHZzZnE0ZkYzZkttcnEydTFZMmhLdWJrVlZ3VktrdFJhTHJkc3JlaCtlTG9mbnRTQUdqcENxclBvOWZvOUFQWUFVSVdHaGo2aVZDcEhtYzNtQi8vNDQ0OGVmL3p4QndNQWhVS0I3dDI3SXpnNEdOMjZkYk9OS09icDZkbGdOMnVYbFpVaEp5Y0hHUmtaU0UxTnhibHo1eEFYRjRlTWpHcC9yNWdBeEFENHpXS3hmSGM3bVQrRTJMa2NBSzVYcmx4cGtvYk8zZDBkQUpDZW5vN0F3TUJxODZ6MzErN2Z2NzlSNytuTHpNekVoZzBic0gzN2R1aDBPa1JHUnVMUW9VTzIrY09IRDhmZ3dZUHg0WWNmNHZYWFg4Zmh3NGRyM2RhMWE5ZHNzUVZwYVdudzh2S0NRcUdvODFpYTZsZ2JndEZvUkc1dUxqam5VbXhzTERWMHJRRGREMC8zdzVQcXFLRWpwSGJtdUxpNGZRRDJBVUJvYUdobnBWSTVsSFArZ0NSSllhZFBudzQ2YythTVE5VVZHR1BvMEtFRE9uZnVERTlQVDdpNXVjSE56UTJ1cnE3UWFEUlFxVlJRcVZTMlQ3SE5aalBLeTh0UldGaUlnb0lDRkJRVUlDY25CeGN2WGtSKy9nMnhjRUJGWUdzc1l5d0d3Skdpb3FLZmtwT1RpeHIvcFNCRUhwenpDNHl4YmhrWkdlamF0V3VqNzgvTHl3c1BQZlFRbGk1ZGlvVUxGNkpyMTY1SVRrNkdpNHNMT25mdURGRVVzWExsU3N5YU5RdWVucDQ0Zi80OENnb0swTHQzN3dhcndXeXVHUDM5MHFWTDhQVDB4Sll0VzJ6ekxsMjZoSnljSEFRRkJjSEh4d2RHb3hHY2N6Qlc4MkIySDMzMEVXYlBubzNjM0Z4ODhjVVhHRFZxbE8wNGIzWXNkYzIzSjlhckZCaGpwd0JZNUsyR05LWEtRV0dHaElhR0NrcWw4cTNMbHkrUFdybHlwZktERHo3QWtDRkRNR3JVS0FpQzBPek8ybDI3ZGcyLy8vNDd2djMyVzBSSDI4YThLZWFjL3cvQU1tcmt5UFdvb1NPa251TGk0cklBZkZuNUJRRHE0T0RnQUpWS0ZjWVlDK0djNnpqbkhYTnljanBsWjJkM1pJemQxalZIblBNU0FCZXJmSjFqak1XYVRLYTRoSVNFQ3dEb3VualNhbFIrZ0RFa0lTRUJBd1lNYUpKOUxsMjZGS3RYcjhhTEw3NklrcElTK1B2N1krblNwUUNBRlN0V1lQbnk1Umd6Wmd4TUpoTjBPaDFtenB6Wm9QdjM5L2ZIK1BIak1XdldMSFRvMEFIang0L0g4ZVBIQVFBV2l3V0xGaTFDVmxZV09uZnVqQ1ZMbHRUYXpBRkFjSEF3SG4vOGNSaU5SanoyMkdPWU1tV0tiVjVkeDlJVXg5b1FZbU5qclEvajVLeUR5Q2N1TGs0UFlIUlFVSkNQU3FWNjJXUXlUVHg0OEdDWGd3Y1B3dFhWRlk4ODhnZ0dEQmlBME5CUTJXNlhxRXQrZmo1T25qeUp3NGNQNDdmZmZyTjlzTU01ajJPTWJTZ3BLZm52MmJObmkyVXVrOWdweXFjZ3BKSG9kTHEyenM3T0hncUZ3aE9BdTFLcDFIRE9IWGpGc05HY01WWXVTVks1UXFFb3MxZ3NlV3ExT2hkQWJuUjBkR2tkbTI0eTFwdXFLY3VHeUVVUWhBbU1zYzMzM1hjZlB2NzRZN25MSVhib2xWZGV3WkVqUndEZ2haaVltTS9rcm9mWUJhWDFmbmdBUXhsajdRQzBtdnZoNmIyNzlhRXpkSVEwa3BTVWxFSUFoUUJTNUs2RmtPYktaRElkVTZ2Vi9QVHAwK3htbHhhUzFrbVNKSnc4ZVJLY2M2NVFLSDZTdXg1aU4raCtlTktxVUVOSENDSEViaVVtSm1hSW9oaGJXRmdvUkVaRzR2Nzc3NWU3SkdKSGpoOC9qdExTVWdDSWpvNk9QaTkzUGNRdTBmM3dwTVdqaG82MGRpdzBOUFJlcFZJWkJNQ1BjOTZkTWRhZGMrNEZ3TFh5eXhsQUNXT3NtSE5lekJpN0RPQXZ6dmxmQU5MTVpuTlNRa0pDRWdCSnZzTWdwT1dTSkdtdFFxRlkvOTEzMzFGRFI2clp2WHUzOWVFbU9lc2d6UWZkRDA5YUltcm9TS3NURkJSMGoxcXRIZzVnTUlDSEdHUE8xbm5XeTdscXVLekxCWUFMWTZ3amdPNEErbG1YVWF2VkVFV3hGTUJSeHRpUFpyUDVZRnhjM0NuUUwydENHb1RaYk42clZxdWxZOGVPS1F3R2c5ME9ha0NhMXJWcjEvRGJiNytCY3k2aFloaDNRbTZIS1NFaElRRkFRazB6Yi9kKytKaVlHTHU1SDU2MGZOVFFrVlloS0Npb3ExcXRuZ2hnRW1Pc2U5VjUvdjcrNk5HakI3eTl2ZUhyNndzL1B6OTRlSGpBeWNrSldxMFdXcTBXWldWbEtDMHRoY0ZnUUc1dUx0TFQwNUdlbm83czdHeWNQWHNXcWFtcFRwenpZWnp6WVVxbDhsMVJGSk1CZkcyeFdEYkh4Y1g5SmM5UkU5SXlKQ1ltNWdpQ3NNRnNOdjl6NWNxVmVPdXR0K1F1aWRpQmRldldRWklrQVBoS3I5ZGZrYnNlMGpMUi9mQ2tPYUM3eTBsTHhnUkJHTVFZbXdGZ3BIVmk1ODZkMGJkdlh6ejQ0SU1RUmRFV3Vuc25Ta3RMb2RmcmNlellNZnorKysvSXpNeTB6ZU9jSDJTTXJZNkppVG1NWm5aWkpvMlVSZXhGWUdDZ3I0T0R3M21GUXFIYXQyOGZ2THk4NUM2cFZna0pDWWlJaU1EUm8wZFJYRnlNRjE1NEFUdDI3SUJDb2FqM05uSnljbTVydmNaa1BhN0l5RWhvTkxkMUZWcURLU29xd3JCaHcxQmVYaTR4eG9KaVltSk8xNzBXSWEwRHZYZTNQblNHanJSRVRCVEZZUUJXQUFnQkFEYzNONHdZTVFJalJvekEzWGZmM2VBN2RISnl3Z01QUElBSEhuZ0FBSEQrL0huczI3Y1BlL2Z1Ulg1Ky9uQUF3d1ZCU0dLTXZSRVRFN01mZERrbUliY2tLU2twWFJURnBaSWtMVmk4ZURIV3JGblRMRWE4OVBMeXdxNWR1NXBzdlpxa3A2ZGo1c3laMkxadG0reU5XRVBnbkdQRmloVXdHbzBBOEFVMWM0U1ExczQrUHZZanBJR0VoWVdGQ1lKd0dNQkJBQ0VCQVFHWVAzOCtmdnp4Ujd6eXlpdU4wc3pWcEd2WHJwZzVjeVlPSHo2TXQ5OStHL2ZlZXk4WVk0RUE5Z3FDOElzZ0NEMmJwQkJDV3BDaW9xSlZBRW9qSXlQeDQ0OC95bDFPczFGWVdJajA5SFM1eTJndzBkSFIrUDc3NzhFNUw3ZFlMSFBscm9jUVF1UkdEUjFwRVFJREF6V0NJQ3hTS0JSNnh0Z2dQejgvTEZ1MkRGOS8vVFVlZi94eDJUN0paNHhoeElnUjJMUnBFOTU5OTEzb2REb3d4dm96eHY0VUJHRzV2Nysvb3l5RkVkSU1KU2NuRjNIT0ozRE8rY0tGQzVHWGx5ZGJMVWFqRWYvNXozOHdjT0JBOU92WEQzUG16TUcxYTlkdVdDNGhJUUhoNGVFb0xTMjFQZDY3ZHkrR0RoMktZY09HSVNvcUNsOS8vVFVHRGh5SUlVT0dXQU95YTF6dnhJa1RtRGh4SXU2Nzd6Nk1IVHUyV2hCeFZGUVVKazZjaUQ1OSttRGt5SkdJakl5MHpZdUlpQUFBOU8zYkYrSGg0ZlUraHFLaUlzeWFOUXYzMzM4L1Jvd1lnUk1uVGpUMHkzakx5c3JLcXQ1RCtWSjhmUHhsT2VzaGhCQjdRQTBkYWZaQ1FrS0NOQnBOREdQc0xhMVdpOW16WitPNzc3N0QwS0ZENVM2dG1vY2ZmaGpmZlBNTjVzNmRDeGNYRnpER1pyZHIxMDRmR2hvcXlGMGJJYzJGWHEvZnd4aGJYMVpXaGhrelpzQmlzY2hTeDVJbFMzRG16QmxzM2JvVisvYnRRMzUrUHQ1Nzc3MTZyWnVjbkl4ZHUzYmh2dnZ1dzl5NWM1R1dsb2I5Ky9kandJQUJXTFZxVmEzcjdkaXhBeDkrK0NGKytPRUhlSHQ3WS9IaXhiWjVKU1VsbURkdkhvNGVQWW9CQXdaZzJiSmx0bmtiTm13QUFFUkdSaUk2T3JyZXg3Qmd3UUlVRmhaaXo1NDkyTEJoUTdVbVVRNlNKR0gyN05tNGZQa3lBUHlnMSt2L0sydEJoQkJpSitnZU90S3NoWVdGUGF0UUtMNEV3SHIxNm9XbFM1ZkN3OE5EN3JKcXhSakQ2TkdqTVdEQUFNeWZQeCtSa1pFQlNxVXlPaXdzN0lYWTJOajFjdGRIU0hOUVZGUTB3OVhWOWRIVHAwOTNtVHQzTHQ1NTU1MG1IVGdrUHo4ZkJ3NGN3T2JObTIyRHMweWFOQWx2dnZrbUZpeFlVT2Y2NDhhTmc1T1RFeDU5OUZIczI3Y1BFUkVSY0hKeXdyQmh3N0JqeDQ1YW05U1hYMzRabnA2ZUFJRHg0OGRqeG93WmtDUUpDb1VDQXdjT1JGbFpHYzZmUHc4WEZ4ZGtaV1hCYkRaRHBhcjViYjZ1WThqTHk4T1JJMGV3YWRNbTJ6Nm5USm1DbDE5KytaWmZyNGJBT2NlYU5XdHc3Tmd4QUxoU1VsSXlScFpDaUwyZ0RGbENxcUNHampSWEtrRVFGalBHM2xDcFZKZ3hZd2FlZnZwcHVXdXF0M2J0MnVHamp6N0NOOTk4ZzFXclZqR1R5ZlNaSUFnQkNvWGlqZWpvYUpQYzlSRml6NUtUazh0RFFrSWVVcWxVK3NPSEQ3ZDFjbkxDdkhuem1xeXB5ODdPQnVjY0V5Wk11R0dleVZUM2o2K2JteHNBMkViWXRUWk1EZzRPQUZCclExZjF3eXBYVjFkd3ptRTJtNkhSYUxCbXpScnMyYk1ISVNFaHR1MVVEdWwvVzhlUWs1TURBUEQxOWJWTmQzRnhxZlBZR2dQbkhCczNic1RHalJ2Qk9iOW1OcHNmT252MmJMRXN4UkRaVUlZc0liV2pobzQwTzRHQmdSb0hCNGROQU1hNnVycGl4WW9WNk5Pbmo5eGwzWmF4WThkQ3A5Tmg5dXpaS0Nnb2VKVnpydlAzOTUrUW1wcGFKbmR0aE5peitQajRDNElnOUdlTS9iNTc5MjZudG0zYllzYU1HVTF5djJ5N2R1MEFBUHYzNzRlM3QzZWo3Njh1bVptWjJMQmhBN1p2M3c2ZFRvZkl5RWdjT25Ub3B1dlVkUXpXNXUzeTVjdTJ4OVltcnlsSmtvUzFhOWZpeXkrL0JBQ0R4V0o1TkNFaDRVeVRGMEprUVJteWhOUVBOWFNrV1FrUEQxZExrdlFsZ0xHZE8zZkdaNTk5WmhkL1VOMkpuajE3WXN1V0xaZzJiUnJTMHRLZWNIZDMzK1RzN1B4MFVsS1NVZTdhQ0xGbmVyMCtUaENFNFFBT2I5eTRVVk5RVUlCNTgrWkJxVlEyNm42OXZMd2dpaUpXcmx5SldiTm13ZFBURStmUG4wZEJRUUY2OSs3ZHFQdXVpZGxzQmdCY3VuUUpucDZlMkxKbFM3WDViZHEwQVFERXhzWWlJQ0FBYmRxMHFmTVlmSHg4b05QcHNHYk5Hcno5OXRzb0xpN0d4bzBibS95NDNuNzdiUnc0Y0FDb2FPWWVpNCtQUDlxa1JSQTVORmlHckpPVGsyMDVIeDhmQ0VMMVc5WnJ5SkR0Qm1DQlVxbGNJQWhDczgyUUphMFBEWXBDbWhPVnhXTDVsREUyc1dQSGp2anFxNithZlRObjFhRkRCL3p2Zi8rRHI2OHZHR05qTkJyTmwrSGg0V3E1NnlMRTN1bjEraU9Nc2NjQkdQYnMyWVBwMDZlanZMeTgwZmU3WXNVS0tCUUtqQmt6Qmc4ODhBQVdMbHdJenVXNVVzdmYzeC9qeDQvSHJGbXpNSG55Wk54Ly8vM1Y1dnY1K1dIMDZOR1lPWE1tbm5ycUtkdjB1bzVoK2ZMbHlNM054WkFoUXpCNzlteU1IajI2eVk2cHFLZ0kwNmRQdHpaemhXYXplV0JjWE53dlRWWUFrUU1UUmZFUlVSUmpHV09IQVl4MGMzUERwRW1Uc0hYclZ1elpzd2R2dnZrbSt2WHJWNjltcmo2c0diS3paOC9HN3QyNzhjMDMzMkR5NU1sd2QzY0hZMnc0Z084RlFZZ1hSWEVFQVBzUHZpU3RGdjNuSk0xRzVUMXo4OXEzYjQvTm16ZmJMaGxxU2ZMejh6RjU4bVJjdkhnUm5QUDM5SHI5ditXc1J4UkZEZ0F4TVRIMHU0TFl0ZERRVUVHaFVQek1HSFByMXEwYlB2dnNNN1J0MjFidXNzZ3Q0cHdqS1NrSkw3MzBralZDSVUyU3BBR3hzYkdwTXBkR0dsRllXRmdZWTJ3bFkyd1FBQVFFQkdEczJMRVlOV3FVTExGRG5IUHMzNzhmMjdadHc2bFRwNnpUZmdQd2I3MWVmN0xKQzdwRjlON2QrdEEzbWpRTGdpQ01ZWXh0ZDNWMXhiWnQyMnlqc3JWRVY2NWN3Zmp4NDFGUVVBRE8rV1M5WHI5SnJscm9UWUUwSjRJZ2RHS01uUVRRMGRuWkdldldyY085OTk0cmQxbWtuc3JLeXZENTU1L2p5eSsvQk9kY1lveHRqb21KaVFBZ1R6WUZhWFNCZ1lFYWpVWXpqekgyRmxCeE5ubmF0R2wyRlR2MDg4OC80NU5QUGtGS1Nnb0FnSE8rSWo4L2Y2RTkzK3RPNzkydEQzMmppZDBMRHc4UDRKekhLNVZLOWFwVnE5Q3ZYeis1UzJwMEowNmN3SXdaTTJBMm0wMmM4MTU2dlQ1T2pqcm9UWUUwTjRHQmdTNGFqV1l2WTJ3QUFEejMzSE40NFlVWG9GYlRGY3oyeW1LeElESXlFdlBuejBkaFlTRUFYQVV3S1NZbTVudVpTeU9OS0NRa0pFaXBWRzVsakFWcXRWck1tREVELy9qSFAyUTVJMWNYempsMjd0eUoxYXRYVzg4Y243RllMQlBqNHVMMGN0ZFdFM3J2Ym4zb0hqcGkxL3o5L1IwbFNkb05RRDE1OHVSVzBjd0JRSjgrZlRCbHloUUFVRFBHZG9TSGh6Zk1EUU9FdEhCSlNVblg5SHI5UU03NW01eHo0NWRmZm9sbm4zM1dObkFJc1IrY2N5UW5KK1BwcDUvR3pKa3pVVmhZYU9hYzc1WWtxUnMxY3kxYldGallzeXFWS3A0eEZ0aXJWeS9zM3IwYlk4ZU90Y3RtRHZnN1EzYm56cDNvMjdjdkFGZ3paS2ZLWFJzaEFEVjB4TTY1dTd1L3hCanJIaFlXSmx1Z3JWeW1UcDFxaldQUVNaTDBtdHoxRU5LY2NNNS9BbEFJQU9mUG4wZGVYcDdNRlJFcmk4V0MwNmRQNDZXWFhzSzRjZU53N3R3NWNNNlRBSVRyOWZvblltTmpDK1N1a1RRYWxTQUl5eFFLeFFhVlNzVmVmZlZWckZ1M3JsckdvajJ6WnNqT25qMGJhcldhS1JTS3p3UkJlSThHTVNOeXM4K1BRZ2dCRUJ3Y3JGT3BWT2UwV3ExaSsvYnQ2TlNwazl3bE5ibnM3R3lNR1RNR0JvUEJZaktaZ3BvNmY0a3UyeUROVFZoWW1CdGpiQmxqYkJwUU1kVDVva1dMRUJZV0puZHByVjU1ZVRtaW82T3hiTmt5WEx4NEVRREFPVS9sbkMrTWpZMzluOHpsa1ViV2tqSmtBZURreVpQV0RGa0EySldYbDJjM0diTDAzdDM2MEJrNllxK1lTcVZheHhoVGpCMDd0bFUyY3dEZzdlMk55Wk1uQTRCU3BWS3RBMzBJUTBodGxLSW9qbFFvRkJjWlk5TWNIQnp3ekRQUFlQZnUzVGMwYzZXbHBVaEtTc0xDaFFzeGZQaHcvUG5ubjhqTnpaVXRkcUFsa3lRSkZ5NWN3Q2VmZklLSEgzNFkwNmRQUjFaV0ZnZVFDR0MwWHErL2k1cTVsaTg4UEZ5dDBXaHNHYkpidDI1dDFzMGM4SGVHckorZkh3QTg0ZTd1dmlrd01GQWpkMTJrZGFJL0RvbGRFa1V4SE1CSmIyOXY3TjI3RndwRjYvM3NRWklrakI0OUdoa1pHYkJZTEEvR3hjVWRhNnA5MDZkOHBEbW9IRGhwQTRBK2xjK3hkT2xTdEcvZkhrREZ2VnFYTDE5R1ltSWlkdTNhaGQ5Ly83M0c3WFRwMGdWUFB2a2tldmZ1amJ2dXVndGFyYmFwRHFGRmtTUUo2ZW5wT0hMa0NEWnUzSWo4L0h3QUFPZjhHbVBzdU1sa21wV1FrSkFnYzVtazZhakN3c0krVXlnVXozWHMyQkdiTjIrMmhkMjNCTVhGeFpnOGVUTFMwOVBCT2Qrc1VDZ2lvcU9qVFhMV1JPL2RyWTlLN2dJSXFRbm5mQWxqREJNbVRHalZ6UndBS0JRS1RKbzBDY3VXTFlOU3FYd2J3Q0M1YXlMRUhvU0VoRGdybGNyWE9PZHZBNEM3dXp0ZWVlVVZQUGJZWTdCWUxMaHc0UUppWW1Ld2ZmdDJuRHQzcnVxcUpnQ0praVRGTXNhVUFQd0FoR1JtWnJxdldiTUdRTVhQWGMrZVBURjA2RkRjZSsrOThQUHpnNk9qWTFNZllyT1JuNStQNU9Say9QTExMemg0OENDS2lvcXNzeXljODFnQUcvUHo4eit6bDB2U1NOTVJCR0VCWSt5NTl1M2JZK1BHalMycW1RTUFWMWRYZlBIRkY5WU0yWW1TSkYwQ0lHdUdMR2w5cUhNbmRpYzRPRGhZclZiSGUzcDY0dURCZzYyK29RTXFQdkVlT1hJa3NyT3pZYkZZK3NURnhVVTF4WDdwVXo1aXJ3UkI2QS9nSzhaWUY1VktoVWNlZVFTelpzMUNXbG9hamgwN2hoMDdkaUEzTjdmcUtrV2NjejNuL0J1VHliUXhLU25wMm5XYlpHRmhZZjBCUE04WTY4MFk2d3BBYVoycFVDalFxMWN2OU8vZkh3RUJBZWpjdVRNOFBEenNkbFMreG1ROTQ1bVZsWVdFaEFUOCtPT1B0dkRseXZrbXh0aHBTWkorTXB2Tkt4SVRFM05rTEpmSWlESms1VUh2M2EwUG5hRWpka2V0VnI4S0FLTkhqNlptcnBKQ29jQzRjZU93ZXZWcUtKWEtWd0JNa0x1bTI2SFZhcnZvZExwZmtwS1NDMDQyL0FBQUlBQkpSRUZVZWdDUTVLNkhORCtDSUxRSHNKSXhOaGtBUER3OE1HSENCS1NucDJQSWtDRXdHbzFWRjcvRU9ZL2luSDhaR3h1N0I4RE5icExqc2JHeHZ3TDRGUUE2ZGVyazFMRmp4eWM0NTA4QkNKUWtxZHVKRXllVUowNmNzSzNnNXVhRysrKy9IL2ZmZnorNmRPbUNEaDA2b0gzNzlpM3E5NWJKWkVKdWJpNXljM09SbHBhR3lNaElIRHQyekpyRlZWVTJnSGdBV3kwV3l6Zng4ZkVsVFY4dHNTZVZsMEp2VmlxVldMSmtTWXR1NWdDZ2ZmdjJlT2VkZDZ3WnN2OFZCQ0Zlcmd4WjB2cFE1MDdzU2tCQWdJZVRrMU8yZzRPRDZ1ZWZmNlpMbktvb0t5dkQ0TUdEWVRBWUxHYXp1Vk44ZlB6bHh0NW5jL3VVejhIQjRlNXUzYnJ0VDBwS0NnRkFsM2ExTEtxd3NMQ3hDb1ZpUFlBYWN4azU1eEtBWk1iWWNVbVNQb21OamYyem9YYmVxVk1uSnk4dnI4Y0JER2VNM2NNNTF6SEcybDIvbkZLcFJGQlFFQVJCUUZCUUVEdzhQT0R1N2c1M2QzZTR1TGcwVkRrTnFyeThIRVZGUlNnc0xFUmhZU0d5c3JLUW1KaUkrUGg0SkNjbjF6UllqQVZBR3VmOFBPZjhGMG1TOXNiSHh5ZktVRHF4VS83Ky9vN3U3dTV4akxIdXp6MzNYS3VLSFZxL2ZqM1dyVnNIQUNtTXNlRG82T2pTcHE2aHViMTNrenRIWitpSVhYRjBkQndHUUJVWUdFak4zSFVjSFIwUkhoNk9ZOGVPS1ZVcTFSTUFQcE83Sm51alVDZzhIQndjN3BhN0R0S3dnb09EQTlScTlYb0EvYTZmeHprdlo0d2xjczRQR28zRzlVbEpTZW1OVWNQRml4ZExMMTY4dUFYQUZ1dTBvS0NncmhxTlpqZ3E3bXYxNFp4M3NWZ3NIZUxpNGxoYzNJMGZ6THU0dUtCNzkrN1E2WFRvMUtrVE9uZnVqRFp0MnNERnhRV3VycTV3ZEhTRWc0TURIQjBkb1ZhcmIrdHlUczQ1VENZVGpFWWpTa3RMWVRBWVlEQVliSStMaW9wdzVjb1ZwS2VuNDhLRkMwaExTN01OV2xLTFVzNTVGb0NMblBPekFBNXF0ZHBEa1pHUmhsc3VqclFhclQxRFZxL1g0OFNKRTlZTTJjVnkxMFJhUHVyY2lWMFJCT0VZWSt5QnhZc1g0OUZISDVXN0hMdno0NDgvWXZiczJlQ2NSK24xK2tZZjg3aytuL0pwdGRyNzdybm5uc2kwdExUbk9uWHF0QXdBVDBsSmVjYkZ4U1hFeTh0ckh1ZmNsSm1aT1RVL1AzK3ZkZG1ZbUJoWEFOY0FlT3AwdXZXdXJxNlBtTTNtN056YzNQV2RPM2RlR2hNVG85VnF0V0gzM0hOUFpHcHE2ais3ZE9ueWJsNWUzbGVabVpuLzUrenNQTWpYMTNlbG82TmpvTkZvek1ySXlKaFdWRlIwcUdxOVZsWHFkdlR4OFhuWDNkMTlva0toY0NncUt0cWJrcEl5RFpYQjA4UitDWUt3aGpGVzdTOUN6bmtlWSt3NDUvemJuSnljYnk5ZXZOamtuNERYcGxPblRrNGRPblRvelJqcnd4Z0xCdEFSUUtmS2Y5dldkenNLaFFKdDI3WkZtelp0b0ZhcmIvamluRmRyMXF3TlcxblpiWjJZTHVLY1h3WndtVEdXd3psUFlZejlhVGFibytMajR5L2N6Z1pKNjBVWnNwUWhTNW9lbmFFamRpTTBOTFF6WSt3QloyZG5EQnMyVE81eTdOTEFnUVBScGswYkZCVVY5UllFd1UrdjE2ZkpYWk9WbzZOalVFSkN3dDMrL3Y0ZmQrM2FkWE5CUWNITytQaDRQMTlmMy9jNmRlcTBLajgvZisvMTYzVHQybldEUXFGd2pvdUwwems1T1RFZkg1OXZyMSttVFpzMmcrUGo0M1dvL0FCS3JWYTNTVXRMbTFwYVdwcm80K096ek5mWDk1UEV4RVFkQUp3K2ZicHZaY09vUlpWTEx2MzgvRDV6Y0hEUW5UdDNMdFJnTUpUZGZmZmRXLzM4L041UFMwdjdaK085SXFRaE1NYXM5NHRlNVp6dmx5VHA2N2k0dU1PNCtmMXdzcWs4ay9jckt1L0ZxeW80T05oZG85RUVXaXlXcm93eFh3RCtBRHdZWXg2YzgzYU1NUmNBemdDY0pVbHl6TS9Qcit2czJRMDQ1eEpqckF5QWdYTmVCS0NJTVZZRW9MRHllUzduUEpzeGRzRnNOcDh6R0F6bmtwT1RpMjYrVlVMcWpUSms4WGVHN0tlZmZtck5rQjBJTy8yZFJWb0dhdWlJM1ZBcWxiMEJRS2ZUUWFsVTFyVjRxNlJVS2hFUUVJQ29xQ2dBZUFpQWJLTm9YZS9xMWFzZkFiaDI1Y3FWVGUzYXRadDgrZkxsNVFDdTVlWGxiZlgwOVB4L3VQSDNUZnUyYmRzK2R1Yk1tZDRBTHBXV2x1TFNwVXVMdW5YcmRyRHFRcGN2WDE0SndQWUhaMEZCd1U0QVRrNU9Ub0VXaTZWUW85SGNCVUNOaXFIb2E5TGV3OE5qMHRtelp3V0R3WkFKQURrNU9hdnV1dXV1TGRUUTJUK2owU2dBY0U5TVRJeVh1NVk3bFpDUWtBL2dXT1hYVFlXSGg2dkx5OHZiT1RnNHVIUE9OWklrT1FCUWM4NGRBR2dBY01iWU5iUFpmRTJoVUJTWGxwWmVLeXNydTVhWm1VbVhRaExaaUtJb0Foamk3ZTJONmRPbnkxMk9yS1pNbVlJREJ3NGdJeU9qZjJobzZBTk5tU0ZMV2g5cTZJamQ0SndQWTR3aEpDUkU3bExzV21ob3FMV2hHd0k3YXVqS3lzcHlBVUNTcEd1Vno3TUJ3R0t4V1AvQXJQYjd4c25KeVJjQVNrdEwvN0pPTTVsTUJkZHZ0N1MwOUh6VjU1MDZkVnJtNmVuNXo1S1Nra2pPdVhYYlN0VFMwRlh1aC9YbzBTTzJodGthQU1ZYXBoTTdrWmlZbUFFZ1ErNDZtbHBsTUhGTzVSY2h6UUpseVA2Tk1tUkpVMnJkUDIzRTNnd0ZnS0ZEaDhwZGgxM3IzNzgvQUlBeDFsL21VdTZJeFdJcEJBQ05SdFBaT2syajBYU3BZVkZidklHRGcwTlhiMi92Tjg2Y09UUHcvUG56VCtUbTVtNm9heitWOXdiaDlPblRmakV4TWF6cUY2aVpJNFNRQmhFY0hCek1HSHZFMDlNVEV5ZE9sTHNjdXpCNjlHaDRlM3NEd01PaG9hRzk1YTduZG1tMTJpNkJnWUhuUUgyRDNhSnZETEVMZ2lDMFo0emQ1ZXJxaXNEQVFMbkxzV3NCQVFGbzI3WXRBUGdHQmdaNnkxM1A3U292TDA4MkdBeUpYYnAwV1E2Z25hT2pvNjVqeDQ2djMyd2R6cmthQUJ3ZEhmMEF1TGR2MzM1RzFmbVNKT1VEZ0xPejh3TUEyZ0dBd1dESXVIYnQycEdPSFR0K29OVnFmUUNvbkoyZFE1MmRuZW5UVWtKYUlGRVVYdzRPRHRiSlhVZHJReG15TjdKbXlBS3dac2cyU3dhRElUTXBLZWx1TkZKK3JJT0R3OTJCZ1lGL0FhRGh6VzhUL2NRUnUyQ3hXSFFBNE9QamMxdERkYmNtakRIb2RCVi9xMmcwbWg0eWwzTkh6cDgvUDFhdFZuc0pnbkRKMzk5L1cyNXU3dnJLV1RWZVBtazBHczljdm56NVE1MU85MTFnWUdDVWRYUkxxL0x5OHJPNXVibWZkZXZXYlY5SVNNaHA2L1MvL3ZwckxBQ3BSNDhlcHdSQktQSHg4ZmtTTk1vdklTM1ZHclZhZlY0VXhSaEJFRjRMRGc0T2tMdWdsaTRnSU1BRHdDUUhCd2M4Kyt5emNwZGpWOGFPSFF1dFZnc0Evd2dKQ2VrZ2R6MzJpQ0tIN2h6ZFEwZnNna3FsOGdmUWFrZkV1bFcrdnI3UTYvWGduSGNIOEp1Y3RSZ01oaitxRG8xOHMrZlh6ek1hamFmUG5qMXJpMS93OFBDSU1CcU5HUUFzMXk5cmxabVpPVE16TTNPbTlmbVZLMWMrckRvL1BUMzloZlQwOUJldVd5MG5KU1ZsekowY0p5R2syUkVZWTRKYXJWNHBDTUlwenZsWEZvdGxYMEpDUW9MY2hiVTBsQ0ZiTzN2TmtMV255S0Y3N3JrbkVnQkVVVFFBRkRsME8rZ01IYkVYWFlHS1JvWFV6Y2ZIQndEQUdHdldseFc1dWJtTmRuUjAxQUZRYWJYYVB0N2UzZ3Z5OHZLK2tMc3VRa2pMd2hpN1Y2RlF2S05XcStORlVVd1dSWEdoS0lyaG9EUDFEWUl4OWlJQVBQbmtrM0tYWXBkR2pod0pBT0NjUHk5ektUZXdSZzRWRnhjZjd0cTE2MllIQjRjZThmSHhmb1dGaGJzN2RlcTBxcVoxdW5idHVrR3BWTHJGeGNYcExseTQ4SUNibTl1STY1ZXhSZzVsWm1ZdUFQNk9ITkxyOVcyS2lvcDIrZnI2Zm1KZDl2VHAwMzBCSUNZbVJsdjFnMXcvUDcvUHRGcXRjTzdjdWREWTJGaC9wVkxaM3MvUDcvMkdmeFdhUHpwRFIrd0M1N3c3WTh6V3FKQ2I2OXk1WWh5UjV0N1FPVGc0OVBEeDhWbWpVcW5hbTB5bVMzbDVlZis3ZVBIaUVybnJrcHNvaWhJQXpqa0hZOHlhWFdUN2wzTmU3VG1BR3BlcnVqQXFocm12bW9QRWI3YnN6YlpadFlicnQxbWx0bXJUcjkvVzlmdTYyVDVyMm1ibGNqZDliVzVXZjlXRnIxdnUrdGUzMnI1djl6aHFXcTQrMzdPcTI2cHRYOWN0WjZ1N2N2bGIvbjlTMDJ0eTNUWnZtRjdUOTZPMmJVcVNWR3N0TmYwZnJlLy85eHErYjdYcENtQUJnQVdpS0daVW5ybmJFeDhmSDRWR3VrZW9KYU1NMmJyWmM0WXNSUTYxRE5UUUVYdmhEL3pkcURTVWhJUUVSRVJFSURJeUVocU5wa0czTFNjdkx5OEFBT2U4V1hmQU9UazV5M0p5Y3BiSlhZZWRZVlVhRFlhL3p5RFlQclc4bGZ0TW0zclorbTZqSlJ6RHJTemIxSFUxMUQ0Ylk1dTNPbUJHWTlSbXhUblhBT2lrVXFuYWdzN1czUmJLa0syYlBXZklVdVJReTBBTkhiRUxqREV2QUhCM2Q2L1g4dW5wNlpnNWN5YTJiZHRtdDQxYVk5Ym81dVptZmVqWm9Cc205b0RyOWZxYi9WVlV0Y0d6UFI0d1lBQ0tpNHNaQUpTVmxURUFLQzh2WndCZ05wdVoyV3kyL2JIcTVlWEZBTUJrTWpHTHhXSmJCZ0NzenlWSllnRFFwazBiMjNUcnRPdVhreVNKdWJxNlZwdW0wV2l5NytSRklJMW1GT2VjQVlEMVgxUjhpR0Q3M2lxVnlxcnpxeTFiZFIybFVubkROcTZiZHYyMnEyMURvVkRVTlAzNi9Wam5zOHBHOElZNnJuK3VVQ2crdXRrTHdEblBaSXdkNXB5bjZ2WDZ4YWpmV1QxU0M4cVFyUjk3elpDOVZWVWpoNHhHby9WeHZTS0hFaE1UQTQxRzQ2azJiZG9NYzNOekczK3ovVlNOSERJWURPa05lQWd0RWpWMHhGNjBCK3JmMEJVV0ZpSTkzYjUvdmh1enhzcllBb0FhdXRibytrdk5BQUMvL3ZwcnZUZVFtWm5aZ09YVVRCUkZBRUIwZEhTajc0dlVMVHc4SEFBUUV4T3pWK1pTR3Awb2lqYzBkSnp6QzR5eEE1SWtiWTZOamYxZGpycGFNTXFRcllmKy9mdGovZnIxelQ1RHRtcmtVRXBLU29Tam82UGJyVVFPR1kzR1N6ZUxIQ29wS2RFRHlLc2FPWFRwMHFXWkJvUGhrck96Y3lBQXo1S1NrcDhhNi9pYUt4b1VoZGdMTFlCNmo0NFZFUkVCQU9qYnQ2L3REeFVBS0NvcXdxeFpzM0QvL2ZkanhJZ1JPSEhpUkxYMVRDWVQxcTVkaXhFalJxQlBuejU0OU5GSHNYNzlla2hTeFFkSkNRa0pDQThQeDk2OWV6RjA2RkFNR3pZTVVWRlIrUHJycnpGdzRFQU1HVElFUjQ0Y3NXMHZLaW9LRXlkT1JKOCtmVEJ5NUVoRVJrYldXV05kTmRTSGc0T0Q3V0c5VnlLRWtOYmxMT2Q4RllDZWVyMWVGeE1UOHpJMWN3MkxNbVRycjZWa3lBSVVPV1NQNkF3ZHNSY09BT3A5YWVLR0RSdHF2RGR1d1lJRktDa3B3WjQ5ZXdBQXMyZlBycmJlMHFWTGNlclVLYXhhdFFvNm5RNm5UcDNDRzIrOEFiUFpqSC85NjErMjVaS1RrN0ZyMXk2c1dMRUNjK2ZPeGNDQkE3Ri8vMzY4Ly83N1dMVnFGUjU2NkNFQVFFbEpDZWJObTRkdTNicGh6Wm8xV0xac21XM2Z0ZFZZM3hwdXhybzl4cGhHRk1WVnFMd2t5WHJKVXVXOVY0b3FsekF4eGhqam5DdXFQRmZVdFh5OWlpR0VFRHZDT1Y4bVNkTFhjWEZ4U1hMWDB0SlpMQmFkU3FXaURObDZzR2JJNnZWNmE0YXNySmVsVStSUXkwSU5IV2t4OHZMeWNPVElFV3phdEFtZW5oVlhJazZaTWdVdnYvd3lBS0Nnb0FENzl1M0RmLy83WDNUdjNoMEFFQklTZ21uVHBtSE5talhWbXFseDQ4YkJ5Y2tKano3NktQYnQyNGVJaUFnNE9UbGgyTEJoMkxGakJ5d1dDNVJLSlFZT0hJaXlzaktjUDM4ZUxpNHV5TXJLZ3Rsc2hrcFY4NC9XcmRSUVR3ekFLN1luMTcyaDN1bHpBUGg3b0RwQ0NMRi9lcjEranR3MXRCYVVJWHRyN0NsRDlrNjR1Ym1OTGlzcml5MHJLMHZYYXJYaEZEa2tQMnJvaUwwb0IrQmtOQnFoMVdwdmF3TTVPVGtBcW1mWnViaTQyQjVmdW5RSm5IUG9kTlZIK3ZmMTlVVmVYbDYxU3g2dGc0NDRPVGtCZ0sxQnRGN3FhRzNvMXF4Wmd6MTc5aUFrSk1RMjcyYVhUdGFuaHZxTUFHY3kyYTVxTUFLWVd6a011SFhJYjg0WTQ1SWtTVldmQStDU0pISEdtRlRiTW93eHFlcTJPT2RiYi9hcHF6VnNORGs1K2RFdVhicTg1K0Rnb0NzdUx2NDVPVGw1TW9CYzYvenJBMFlCYURwMjdEamZ3OE5qa2xxdDdtUXltYkp6YzNNL3o4N09YZ3JBVXJsNWhiZTM5eXdQRDQvL3A5Rm9mTXhtYzg3NTgrZWZLQzB0alVZZFlhUHQyN2VmNGUzdC9hWkNvWEM3ZXZYcXA1WDdySFU2SVlTUTIwSVpzcmVncFdUSVV1U1EvYUdHanRnRnpua1pZOHlwckt6c3RoczZhL04yK2ZKbDIyTnJrd2NBN2R1M0J3Q2twYVVoS0NqSU5qMHpNeE5lWGw2M1BKUjJabVltTm16WWdPM2J0ME9uMHlFeU1oS0hEaDI2NlRvTlZVTjVlVG1BaXRkTnI5YzNXc2ltS0lwYjY3T2NwNmZuUDArZE9qVlFxOVdxL1B6ODl2cjcrMytZbXBvNjBUcmZHakNLeW12ZmZYMTlQM1YyZHU1NTRjS0Z4MHRLU2s1cHRkcWVYYnQyM2FaUUtGUVhMMTZjRHdBK1BqN3Z0V25UWmxSNmV2cms0dUxpS0kxR2M3ZENvU2dCS3NKR0hSd2NkT2ZPblFzMUdBeGxkOTk5OTFZL1A3LzMwOUxTL3VuZzRORFZ4OGRuOWRtelp3ZVhsSlJFT1RrNUJRQVZvMnpWTkowUVFzanRvUXpaVzlOU01tUXBjc2orMEtBb3hDNHd4cTRBRlpjazFrZWJObTBBQUxHeHNTZ3Fxc2l0OVBIeGdVNm53NW8xYTFCVVZJU3NyQ3hzM0xqUnRvNm5weWNHRFJxRXBVdVg0dHk1YzdCWUxFaE1UTVM2ZGVzd2VmTGtXNjdaYkRZRHFEanJWbFJVaEMxYnR0UlpZMFBWVUZoWUNBQmdqT1hkY3VHTklETXo4eTBBT1FhRElldnk1Y3NyM056Y1JsYWRYeVZndEJDQXA2ZW41N09abVpuVFNrcEs0Z0NZREFaRDVNV0xGeGQ0ZW5wYXI1OTM4L1QwZkRrdExXMUtjWEh4Y1FBbW85RjRxcXlzTEEyVllhTlpXVmt2VllhTjV1Yms1S3h5YzNON0NnQVVDb1VSQUhkd2NQQUZVRnhhV3ZybnphWVRRZ2k1YmY1QTQyVElob2VIdzJoc1dWRmpMU1ZEbHRnZmF1aUlYZUNjNXdCQWZuNSt2WmIzOC9QRDZOR2pNWFBtVER6MTFGTzI2Y3VYTDBkdWJpNkdEQm1DMmJOblkvVG8wZFhXVzdSb0VjTER3L0hTU3kraGI5KyttRDkvUGlJaUlqQisvRTNqVUdyazcrK1A4ZVBIWTlhc1daZzhlVEx1di8vK2V0WFlFRFZVYVh5djNITGhqY0JvTk5yR3dUZVpUQmNWQ29VTEtnSkRBVlFQR0hWeWN2SUR3SXFMaTZzTldHQXltYzZwVktvT0FCUk9UazQ2eHBqcTJyVnIrdXYzVlRWc1ZCUkZMb29pNzlhdDIzNmxVdGtHZ01aZ01HUmN1SERobWM2ZE95KzU1NTU3RWx4ZFhSOEVnTnFtRTBJSXVUMjNreUg3NUpOUDJuV2oxcGcxVW9Zc0lhUkZFMFZ4a3lpS2ZPL2V2WnpVN1ljZmZ1Q2lLSEpCRUxZMzh2ZUZpNkpZNjZnb1dxMzJQbEVVdVZhcnRYMDg2K25wT1NVNE9EaXo2bndBTGxWVzYxaTVUcCtxMi9MdzhIZzJPRGc0bzNLOUxxSW9jaWNucDE0MTdOT25jdjI2YnRyUStQajR2QjhjSEh6OVNHSzFUU2NOeVBwL2g5aUh1bjZXQ2JrZG9pam1pcUxJOC9MeTZ2WC9NRDQrbm91aXlNdkx5eHRrdWNiUW1Qdk96OCszdm5jMzZ0VTE5UFBlK3RBOWRNUXVjTTcvWW96WmZWaTR2Ymg0OFNJQWdER1dJbk1wQUlBT0hUb3NTMHRMZTluQndhR2psNWZYbTdtNXVSdHVzdmlsZ29LQzcvejgvRDdOeU1pWVhIa1BYWGpIamgzZnpzN09maGNBREFaRFprRkJ3VjVmWDk5UE16SXluaXNwS1VseWRuWU9zbGdzUlFhREllVm1ZYU9Pam81K2FyWGFwN2k0K0VSWldWbXlRcUZ3Qk1BY0hSMTlhNXFPNndLNkNTR0UxTnR0WjhnQ1FIUjBOSUNLRE5uRml4ZmorUEhqYU5ldUhaNTQ0b2xxNjVsTUpxeGZ2eDRIRGh6QWxTdFg0T0hoZ1NlZmZCTFBQLzg4RkFvRkVoSVNFQkVSZ1lVTEYyTE5talZnakdIeDRzVTRkKzRjUHYvOGM2aFVLcnoxMWx1MnlLR29xQ2g4OE1FSE9ILytQRHAwNklBNWMrYllhcXF0eHJwcXFJK3FHYktpS0s3Z25GdFFrZDFtL1RKenpzMEtoY0pzZmN3WXMxZ2ZBekJMa21SUktwVm16cmxaa2lRTDU5eGM5YmxLcFRMWHF4alNvbEJEUit4Rk1nQnE2T3FweXV0a0Z3MmR3V0NJREFrSk9jY1ljOHpMeS92NjBxVkxpMjYyZkVwS3l1UXVYYnE4bzlQcERxbFVLaytqMFpoeStmTGxGVmV1WFBta3lqSlArL2o0ck9qYXRldGhwVkxaeG1Bd25FbEpTWmtJVklTTjZuUzZqM3YwNkhHS01hWXhHQXhKR1JrWnJ3TUE1MXpsNit2N3VVYWowUm1OeGdzcEtTbVRLaWJYUEwweFh4ZENDR25oS0VQMk5qTmtBYnhlMHlqU1ZhZlY5RmlwVk5xZVd4OWJuOS9xNEc2azVhQ0dqdGlMVktCaWdCRlN0NHlNREFDQTJXdytKM01wQUlETGx5OXZ1bno1OGlmWFQ2OHRZQlJBYVdabTV2L1ZFUnRRbkpHUjhXSkdSc2FMTmN5ck5XeTB2THo4ZkZKUzBnMGpXTlkyblJCQ2lIeGFhNGFzSkVtekFLZ1pZMm9BYWxUOFRhNW1qS2tBcURqbktnQkt4cGhLa2lRVlkweFowN3pLNTBvQXFpclB3eWx5cUhXaGhvN1lCWlBKbEtMUmFKQ1JrUUhPZVkwQjE2UUM1eHdwS1JVbjVoaGpaMlV1aHhCQ1NPdEZHYkszbVNFYkd4dTdzczRWYmxOOTc1K2p5S0dXZzg3TkVydVFtSmlZd3puUExDd3N4Tm16MUtQY1RISnlzblUwMEl0eGNYRlpjdGREQ0NHa2RlS2Nsd0ZBV1ZuWmJXK2phb2FzVlcwWnNsWGRhWWJzcDU5K2l2ZmVldzhqUjQ2c2M1MkdxcUZxaHV3dEZkMUlLSEtvNWFDR2p0aVRRd0J3K1BCaHVldXdhNy85OWhzQWdIUCttOHlsVkwyazhwcmN0UkJDQ0dsYWxDSGJ2RE5rS1hLbzVhQ0dqdGlUN3dGQXI3L2g5d0NwSWpZMkZnREFHS1BPbHhCQ2lHdzRaY2cyNnd4WnJWYmIxdnJZd2NHaGg4bGt5c0xmOThJQmdPMDYxTkxTMG91VjYvU291ZzJOUnRQVlpESmxBcEE0NTVjQndNbko2ZTdyOTJXZGQvcjBhYitZbUJoVzlRdUFFUUR5OC9PL1RraEl1T3ZhdFdzLyt2djcyMktaYXB0T0NMRkRnWUdCdnFJbzhnRURCbkNMeGRMZytTOHRnY1ZpNFlNR0RlS2lLUEtnb0tDdWpmMDlvU3diY3Jzb2g4NiswTTh5YVF5VUlYdHI3QzFEMXMvUGJ5T0FOZzRPRGowQ0F3UFBkK3pZY1VuVithaWVJUXVkVHZkdFFFQkFyTE96Y3dnQWxWYXI3Uk1VRkpUYXZuMzdHVldXMlJNUUVCRGo3T3djQ2tEbDdPd2M1dWpvcUFPQTd0MjcvNmJUNlhab3RWcWZ5bm1oenM3T2d3REEwZEhSejlYVnRSOEFkZnYyN1Y4S0RRMHRRRVhrVUkzVEcvUUZhd0ZvVUJSaU41S1NrdEpGVVR4WlZGVFU4K2VmZjhiZ3dZUGxMc251SER0MkRQbjUrZUNjeHlZbUpwNnZldzFDQ0NHa2NYREtrTDBsOXBZaFM1RkRMUWMxZE1TdVNKTDBrVUtoMlBEdHQ5OVNRMWVEWGJ0MkFRQVlZLytWdVJSQ0NDR0VNbVJ2Z2IxbHlGTGtVTXRCOTlBUnUySTJtNzhIWUVsTVRJVFJhSlM3SEx0aU5CcHg4dVJKQUxCd3puZklYUThoaEpCV0x4V2dETm42c3JjTVdkSnlVRU5IN0VwbGZNRjJnOEZ3dzhoVHJkM09uVHRSVWxJQ0FIdjBldjFGdWVzaGhCRFN1cGxNcGhRQXRneFpVanRPR2JLa0VWRkRSK3lPeFdKNUZ3QzJiZHQyMDZEUDFrU1NKR3pldkJrQVlMRllWc2xjRGlHRUVFSVpzcmZBbmpKa0tYS281YUdHanRpZCtQajRHTTc1a1p5Y0hPemN1VlB1Y3V6Q2dRTUhrSm1aQ1FDUmNYRnh4K1N1aHhCQ0NLbEVHYkwxWUU4WnNxVGxvWWFPMkNXTHhUSWJBRFp1M05qcXo5Skprb1FOR3pZQUFNeG04eng1cXlHRUVFS3FvUXpaZXFBTVdkS1lxS0VqZGlrK1B2NEU1end5TXpNVC8vMXY2eDdROGV1dnY4YUZDeGZBT2Y4elBqNytGN25ySVlRUVFxeU1SbU1VQUZ5NGNLSFZmd0JiRzBtU2NPYk1HUUNBMFdnOEluTTVwQVdpaG83WUsyNnhXSjdqbkVzYk4yN0VsU3RYNUs1SEZsZXZYc1hubjM4T3pya0VZQ29vZTRVUVFvZ2RTVXBLU2dkd3NxaW9DRC8vL0xQYzVkZ2x5cEFsalkwYU9tSzM0dVBqendKNHU3UzBGUFBuejVlN0hGa3NXYklFMTY1ZEE0QjM5WHA5bk56MUVFSUlJZGVUSk9rakFQajIyMi9sTHNVdVVZWXNhV3pVMEJHN1pyRlkzZ09RRVJVVmhmLzk3Mzl5bDlPa3RtelpnaU5Iam9Cem5sVmFXcnBVN25vSUlZU1FtbENHYk8wb1E1WTBCV3JvaUYyTGo0OHZrU1JwRkFEejJyVnJiVGNWdDNRSkNRbFl2WG8xQUpnWlkyUE9uajFiTEhkTmhCQkNTRTBvUTdaMmxDRkxtZ0kxZE1UdXhjYkd4a3FTTk5Wc051TzExMTVEWGw2ZTNDVTFxb0tDQXZ6NzMvK0d5V1FDNTN4R1RFek1IM0xYUkVoVFNFaElRSGg0T01MRHc5R3paMDhNSGp3WWl4WXRRbkZ4Y2JYNXBhV2wxZGFMakl4RWVIZzRvcUtpcWsxLzU1MTNNSGJzV0pqTjVpWTdCa0phSzhxUXZSRmx5SkttUWcwZGFSWmlZMk0zU0pMMGNVRkJBU0lpSWxCVVZDUjNTWTJpdUxnWXp6Ly9QSEp6YzhFNS8xeXYxMzhpZDAyRU5MV2pSNDhpS2lvSzY5ZXZSMHBLQ2hZc1dIRFQ1ZnYyN1l0Qmd3YmgvZmZmdC8waGVlYk1HZXphdFF0ejU4NkZTcVZxaXJJSmFkVW9RL1pHbENGTG1nbzFkS1RaTUpsTXIzTE9kMmRsWlNFaUlzSjZDVU9MVVZKU2dxbFRweUkxTlJXYzh3UEZ4Y1V2eTEwVElYSlJLQlM0NjY2NzhNSUxMK0RZc1dOMWZ1TC8ybXV2SVNNakEzdjM3Z1huSEN0V3JNRGpqeitPME5EUUpxcVlFRUlac24rakRGblNsS2loSTgxR1VsS1NzYmk0ZUJ6bi9HQmFXaG9pSWlKdzllcFZ1Y3RxRVBuNStaZzZkU3JPblRzSHp2bVArZm41VHlVbko1ZkxYUmNoY2lzdkw0ZFdxNFZDY2ZPM0t5OHZMMHlkT2hWcjE2N0ZqaDA3a0ptWmllblRwOWU0clBYU3plUEhqMlBNbURIbzI3Y3Zac3lZZ1lLQ2dtcno5K3paZzRjZmZoZ3JWNjRFQUpoTUpxeGR1eFlqUm94QW56NTk4T2lqajJMOSt2WFYvbkMxL2hFM2F0UW8yektuVDU4R1VERTR3bi8rOHg4TUhEZ1EvZnIxdzV3NWM2eWoyQUlBdG03ZGlxRkRoNkp2Mzc2MmZkNXNPaUgyaGpKay8wWVpzcVFwVVVOSG1wWGs1T1R5L1B6ODBaenp3eWtwS1JnM2JoeVNrcExrTHV1T25ENTlHaE1tVE1EWnMyZkJPZjlWb1ZBOG5wcWFXaVozWFlUSVNaSWtuRHAxQ212WHJzVzRjZVBxdGM3VFR6OE5WMWRYckZpeEFxKzg4Z3JhdEdsejArWDM3Tm1Eeno3N0RMdDM3MFp1Ymk3ZWZmZmRhdk5QbkRpQnZYdjNZdHEwYVFDQXBVdVg0dGRmZjhXcVZhdHcvUGh4TEYrK0hEdDM3c1NubjM1cVcrZjk5OS9IamgwN3NIanhZaHcvZmh3ZmZmUVIzTnpjQUZURWtKdzVjd1pidDI3RnZuMzdrSitmai9mZWV3OEFrSm1aaVhmZmZSZExsaXpCVHovOWhPSERoOTkwT2lGMmlqSmtRUm15cE9sUlEwZWFuZFRVMURLRlF2RVk1L3p6L1B4OFBQLzg4emh3NElEY1pkMldIMzc0QWM4Ly96eXVYTGtDenZsR285RTRMRG82dXJUdU5RbHB1UjU4OEVIMDZkTUg4K2JOdzVOUFBvbC8vZXRmOVZyUFlySEFaREpCclZiWDY1THNmLzNyWDJqWHJoMDZkT2lBaUlnSUhEbHlwTnI4eVpNbnc5blpHUzR1TGlnb0tNQytmZnN3ZCs1Y2RPL2VIU3FWQ2lFaElaZzJiUnAyN0tnWWlieTR1QmpidG0zRC9QbnpFUm9hQ3BWS0JaMU9oNDRkT3lJL1B4OEhEaHpBRzIrOEFTOHZMN2k1dVdIU3BFbjQ2YWVmQUFCcXRScU1NV1JuWjhQSnlRbUJnWUUzblU2SXZhSU1XY3FRSlUyUEdqclNMRVZIUjV2MGV2MVV6dmxySnBPSnYvWFdXNWcxYXhZS0N3dmxMcTFlaW9xS01HZk9ITHo1NXBzb0x5L25uUE0zOVhwOVJGSlNrbDBFK0lTR2hncUNJS3dIQU03NXVaQ1FrRDV5MTBSYWo2TkhqK0xQUC8vRWpoMDdNR0hDQkRERzZyWGUyclZyNGVycWlsbXpadUhqanordWMwVGNEaDA2MkI2M2I5OGVwYVdsMVM2ZjdOS2xpKzN4cFV1WHdEbUhUcWVydGcxZlgxL2s1ZVZCa2lSa1pXWEJZckdnUjQ4ZU4rd3JPenNibkhOTW1EREJOcExuakJrelVGSlNBcFBKQkM4dkx5eGV2QmhyMTY3WnNyejNBQUFmNDBsRVFWVEYyTEZqb2RmckFhRFc2WVRZTThxUXBReFowclNvb1NQTm1sNnZYd1hnZmdBcFAvLzhNMGFOR29VZmYvd1JuTnZuMVEyY2Mvenl5eTk0NG9rbmNPalFJWERPVXpubkEvUjYvWExJZkVsR2VIaTRPaXdzN0FsQkVJNG9sY29ZeHRnVUFHQ00zYTFTcWY0UUJDRXFORFIwYkdCZ29FYk9PZ21wU1ZKU0VyWnMyWUkzM25nRGp6LytPSHg4Zkd5WE05YW02djFyYVdscDZOQ2hRN1Y3OWFvMmt1M2J0N2N0VjFWbVppYTh2THlnVUNqZzd1NE9BRWhQVDc5aFgrM2F0UU1BN04rL0g5SFIwZFcrMUdvMUFHRDQ4T0hZdTNjdit2VHBnOWRmZjkyMmJtM1RDYkZYbENGTEdiS2thVkZEUjVxOW1KaVlQL0x5OGdJQnJMOTI3UnBtejU2TlNaTW00Y1NKRTNLWFZzM0preWZ4N0xQUDR0Ly8vamNLQ3dzaFNkS1hDb1VpVUsvWEg2bDc3Y1lURUJEZ0lRakNxNUlrcFNnVWlwMk1zUWRkWEZ3d1pzd1lmUHJwcDVnd1lRTGF0bTBMeGxndnBWSzVUYVBScEF1QzhFWmdZS0MzbkhXVDFpcy9QeDlYcjE3RjFhdFhrWmVYQjVQSmhMZmZmaHNqUjQ1RVVGQVFHR09ZTldzV0RoMDZkRU0yWFZVZmZmUVJTa3BLa0phV2hpKysrQUlqUjQ2c2RWbFBUMDhNR2pRSVM1Y3V4Ymx6NTJDeFdKQ1ltSWgxNjlaaDh1VEpBQ3JPcGozMDBFTll1blFwL3ZyckwxZ3NGcHc5ZXhaWldWbnc4dktDS0lwWXVYSWxjbkp5WUxGWThOZGZmOW5xdTNUcEVtSmpZOEVZZzQrUEQ0eEdJempudFU0bnhONVJoaXhseUpLbVErRThwRVZJVFUwdFMwMU4vWCtDSUh3RjRMMHpaODcwZlBIRkZ4RWVIbzVKa3liaHdRY2ZyUGRsV3cySmM0N2p4NDlqOCtiTlZSdE1QZWQ4Vm14czdFOU5YbEFWSVNFaFFVcWw4a1VBLzJTTU9RQVZsNDg5OWRSVGVPcXBwNkRWYWdFQVBYdjJ4UFRwMDdGcjF5NTgrKzIzU0VsSjhRS3d6TUhCNFcxQkVMNnlXQ3dmeDhmSHg4aDRLS1NWR1RWcWxPMnhWcXZGcEVtVGNPWEtGYno4OHQ5Skh5RWhJUmcrZkRpV0wxK09yVnUzUXFPNThjUnlTRWdJbm5qaUNaU1hsMlA0OE9HWU9uWHFUZmU3YU5FaWZQVFJSM2pwcFpkUVVGQ0FMbDI2SUNJaUFtUEdqTEV0czNUcFVxeGV2Um92dnZnaVNrcEs0Ty92ajZWTEs2NjZXckZpQlpZdlg0NHhZOGJBWkRKQnA5Tmg1c3laQUNydS8xdTBhQkd5c3JMUXVYTm5MRm15Qkl5eFdxY1QwaHpFeHNadUNBc0w2MWxRVVBCU1JFUUV2dnJxcXpvSEsycU9LRU9XeUkzZUZVaEx4RVJSbkFoZ0FZQzdnWXBQMTU5NTVobjA3OThmUGo0K2pWNUFWbFlXamh3NWdrMmJOaUVuSjhjNk9VV1NwRVd4c2JHYkFNZ1YwS01TUmZFUnp2bi9NY1lHQVJXWGxmWHExUXNUSjA1RXYzNzlidnJISXVjY1VWRlIrUHJycnhFWkdXbTczNGh6Zmx5U3BGVnhjWEY3QVppYTVFaUlYUk5Ga1FOQWRIUzAzS1hjSUNFaEFSRVJFVGg2OUNpY25KemtMcWRKaEllSEF3QmlZbUxvZlo4MHFjREFRSTFHby9tR01mYTRuNThmTm0zYUJHZG5aN25MYWpBbEpTVjQvdm5ucmJGREI0cUxpMGZMSFR0ay9mMUxQKyt0QjMyalNVdW1FRVZ4RElDWEFUeG9uYWpUNmZESUk0K2daOCtlNk5HakJ4d2RIZTk0UjJWbFpmanJyNzhRSFIyTjc3Ly9Ic25KeWJaNW5QUGZPZWNmeDhiR2JnTmd1ZU9kM1liZzRHQjNsVW8xQ2NDcmpERi9BSEJ5Y3NMUW9VUHh6RFBQd04vZi81YTNlZkhpUld6Y3VCSGZmLzg5aW90dHR3bGM1Snl2QXJCUnI5ZTN6dkdxQ1FCcTZPd05OWFJFVHQyNmRYTndkWFhkeVJnYnJ0UHBzRzdkT25oNGVNaGQxaDNMejgvSFN5KzlaSTBkK2pFL1AzK2tQY1FPVVVQWCt0QTNtclFLd2NIQndXcTErbVVBandEd3JUcnYzbnZ2aFNBSTZOS2xDN3k5dmVIbDVZVzJiZHZDMGRFUmpvNk8wR2cwTUJxTktDc3JRM2w1T1FvTEM1R1RrNE5MbHk0aEt5c0xlcjBlcDA2ZHFuWmZDK2M4RThEM2xZMmNiSGVEQndjSEI2aFVxbjh4eHFZQzBBSkE1ODZkOGVTVFQrSWYvL2dIWEZ4YzduZ2ZCb01CTzNic3dIZmZmVmQxd0lneXp2bi9HR05yWTJKaTR1OTRKNlRab1liT3ZsQkRSK1RtNysvdjZPN3V2b2N4TnNUZDNSMnJWNjl1MWpFY3AwK2Z4aXV2dkdLTkhmcFZvVkE4WmkreFE5VFF0VDcwalNhdGppQUlQUmxqVDNQT2V6UEdSQUIzZm9vT0tBTVF5em1Qc2xnc20rUGo0Nk1nMzZpVlNsRVVCd1A0UDFRMHNHQ01RUlJGVEpnd0FRTUdER2lVZTNBNDUvajk5OTl0OXd0YUcxek8rYStNc1ZVeE1URUhJTk1aU3RMMDdMbWhhNDJvb1NQMklEdzhYQzFKMGxyRzJCUzFXbzM1OCtmajBVY2ZsYnVzVy9iRER6OWc0Y0tGS0M4dnQyYklUcldYMkNFQUVBVGhWY0EyRWpocEJlZ1hPMm50V0hoNGVHL09lVjhBM1RqbnZnQjhHR1B0QURnQmNPS2NPekxHeWdDVUFpamxuT2NEU0dlTVpRQkk1cHovb2Rmcm95QnpzOUt0VzdjMnJxNnVFd0c4eGhqckJnQ09qbzRZTW1RSW5ubm1HWFR0MnJYSmFrbFBUOGVtVFp0dzZOQ2hxZ0hQNlpJa3JUS1pUSnVTa3BKYTluQm5oQm82TzBNTkhiRW5naUM4eWhoYkNZQTkvUEREbURkdkh0cTJiU3QzV1hVcUtpckM4dVhMY2VqUUlRRGduUE01ZXIxK0JXU09IYklLRFEwVkZBckZpNHl4S1p6em55d1d5OXo0K0hqN0d2S2JOQXI2eFU1SU15ZUtZamNBTDNET3B6SEdYQURBMjlzYlR6NzVKTWFOR3dkWFYxZlphaXNwS2NGMzMzMkhIVHQySUNNand6clpBT0MvblBOUDlIcjlLZG1LSTQyS0dqcjdRZzBkc1RlaUtONEg0R3NBT2hjWEY3ejExbHNZTkdpUVhZN2l5am5IcjcvK2lzV0xGNk93c0JDYzgxUUF6OG9kT3dSVW5QVzBXQ3lQTWNaZVpZdzllUDE4enZtZmtpU3ROSnZOdSt6cExDSnBXUGIzVTBNSXFRK0ZJQWdEQWN4a2pObkNzOExDd2pCdTNEZ01Iank0V2tDeTNDUkp3dEdqUjdGbHl4YjgrZWVmMXNrY3dHSE8rUWQ2dmY0UTVCdjVrelFDYXVqc0N6VjB4Qjc1Ky9zN3Rtdlg3a01BVXdFZ0lDQUFNMmJNUUo4K2ZXU3U3RzhuVDU3RWh4OStpS1NrSkFDQUpFbGZLcFhLbCtXK1h5NGdJTUJEcTlVK0MrQVZ4bGdYQUhCeGNjRWpqenlDSVVPRzROZGZmOFdCQXdkUVdGZ0lBT0NjNXdENHdHZzBia2hLU3NxV3NYVFNDT2dYT3lITlNHQmdvSXRhclI2dlVDaGVBeEFBQUE0T0RoZzBhQkFtVFpxRUhqMTZ5RnhoM1M1Y3VJQk5temJoaHg5K2dNRmdzRTVPa1NUcFBRQ2JZMk5qQzJRc2p6UVFhdWpzQ3pWMHhKNEpndkFRZ1BjWVl6MEIySFdHckY2dmJ4WVpzZ0JRWGw1ZU5VUFdPdG5JT2FjTTJSYUdmckVUMGd5RWhJVGNwVlFxcHpMR1hnVFE5diszZC9mQlVkWDNIc2MvWnpjQmh3cEZBY0ZyZFJqdzJtbEZ5SjRWTkVJVktFaWhTQzFTcEVCNzBhbTExNGU1Yy9YaTQ2ZzhXcXo0QUdJMWNsVktFSG5HQkFFdHBZZ0tDTjVrTndHVWhGZ3JCQ01SRTB4RXpNT2UzLzBETmcyUDJVMDJlM2FUOTJzbU04dnVudC81YnJJNTRidm5kMzRmU2VyU3BZdHV2UEZHalJzM1RoMDdkblM1d3VoVlZsWnErZkxsV3IxNnRUNy8vSE5Ka2pIbUcwa3ZPWTZUa1plWFYraHVoV2dLR3JyRVFrT0hKRUNHN0ptUklZdXo0c0FPSkM3TDUvTmRhMW5XM2NhWTBkYnhvL1VWVjF5aHNXUEhhdGl3WWZKNnZXN1gyR1NPNCtqdmYvKzdsaXhab2tBZ0lPbllsZWFXWmExekhHZE9NQmo4bXhMa2duTkVqb1l1c2REUUlZbVFJWHNjR2JLSUZBZDJJTUg0L2Y1Mm9WRG9WOGVuVlY0aFNXM2F0TkhBZ1FNMWNlTEVwTTd0YWNqZXZYdTFjT0ZDYmR5NFVWVlZWWklrWTB5aE1XYjIwYU5IbHhRVUZGUTJNQVFTQkExZFlxR2hReklpUTVZTVdVU0dBenVRSVByMjdYdHhiVzN0N3lUZGRUdzJRWjA2ZGRLb1VhTTBmdng0blgvKytTNVhHRDhWRlJWNi9mWFhsWldWVlgvYVM0VXg1Z1dQeHpNL0p5Zm5FemZyUThObzZCSUxEUjJTSFJteVpNaml6RGl3QXk1TFMwdTd4cktzdXlXTnRTekxJMGsvK3RHUE5IYnNXSTBZTVVJcEtTa3VWK2llVUNpa0RSczJhT25TcGNyUFAvWmhvVEhHc1N3cnkzR2N1Y0ZnY0xPWWpwbVFhT2dTQ3cwZFdoZ3laSnNCR2JMSml3TTc0SUx1M2J1ZjA3Rmp4OUhIcDFYYWtwU2FtcXBycjcxV0V5ZE9WTy9ldlYydU1QSHMyYk5IQ3hjdTFLWk5tMVJkWFJlbDg1R2tKMnRyYTVmbjUrY2ZPY3ZtaURNYXVzUkNRd2NrRmpKa0VVc2MySUU0OHZsOC82WmpTdzMvbDZUT2tuVGVlZWZwaGh0dTBQang0OVdsU3hkM0Mwd0M1ZVhsZXYzMTE1V2RuYTB2dnp4MjdiWXg1ckRINDVubk9NNy9CZ0tCenhvWUFuRkFRNWRZYU9pQWhFQ0dMSm9GQjNZZ0R2cjA2ZFBQNC9IY1pWbldyeVdsU05KbGwxMm1YLzNxVjdyaGhodVVtcHJxY29YSnA3YTJWbSs5OVphV0xWdFdGL2lxWTFOblZvWkNvZWZ5OHZMZWQ3RzhWbytHTHJIUTBBSHVJVU1XelkwRE85Qk1McjMwMHJZZE9uVDRoYVI3SkYwbFNTa3BLZXJmdjc4bVRwd28yN2JkTGJBRjJiVnJsekl6TTdWNTgyYlYxQnlMMGpIRzVGbVdOYnUwdEhSbGNYSHgwUWFHUUl6UjBDVVdHam9nL3NpUVJieHdZQWRpckZldlhsMVRVMU52T1Q2dHNwc2tmZi83MzlmUGYvNXpUWmd3UWQyNmRYTzV3cGJycTYrKzB1TEZpNVdkbmEyeXNycHJ0Nzh5eHN3TmhVS3Y1T2ZuRjd0WlgydENRNWRZYU9pQXVDRkRsZ3padU9QQURzUkk3OTY5YmEvWGU2ZGxXYitSbENwSlBYdjIxSmd4WS9TTFgveENiZHUyZGJuQzFxT21wa1pyMTY3VnNtWExWRkJRRUw2N1Z0SlNTZk55YzNNL2NLKzYxb0dHTHJIUTBBSE5pd3haTW1UZHhJRWRhQUsvMzU5cWpCbHBqTG5Yc3F6K2t1VDFlcFdlbnE0SkV5YW9iOSsrelpJYmc4Z1lZNVNYbDZmTXpFeTk5OTU3Q29WQzRmdi96N0tzMlJVVkZXOFVGUlZWdVZ4bWkwUkRsMWhvNklEbVFZYnN2NUFoNng0TzdFQWorUDMrem83ai9JZWsvN1lzNnlKSmF0Kyt2WVlQSDY2SkV5ZnFvb3N1Y3JsQ25LeTB0RlNMRmkzUzJyVnJkZmh3M2JYYnBZN2pQT3YxZWhmazVPU1V1RmxmUzBORGwxaG82SURZSWtQMnpNaVFqVDhPN0VBVS9INy9GWTdqM0NIcEZzdXkya3BTOSs3ZGRkTk5OMm4wNk5FNjU1eHpYSzRRRGFtcXF0S2FOV3UwZlBseUZSVVZoZSt1a2ZTYWprM0hwQU9KQVJxNnhFSkRCelFkR2JMUkkwTTJQaml3QXhGSVMwc2I2UEY0SHBVMFNKSThIby82OWV1bkNSTW1LRDA5bldtVlNjZ1lvNXljSEMxYXRFaGJ0bXlSNHpqaCs3ZFpsalV0TnpmM0xaZExUR28wZEltRmhnNW9QREprbTQ0TTJlYkZnUjJJZ00vbnE3UXM2OXp2ZmU5N0dqWnNtSDd6bTkvb2trc3VjYnVzdUR0NDhLQnV2LzEyclZxMTZyVGhwenQzN3RTa1NaTzBiZHMydFduVHhvVUtHNmVrcEVTTEZpM1N1blhyVkZGUklVbmY1dWJtZnMvdHVwSVpEVjFpb2FFRG9rZUdiT3lSSWRzOFd1OEVYeUE2bVpMKzA3WnRQZnp3dzI3WDRwcXVYYnZxalRmZWNMdU1tTHZ3d2dzMWVmSmtIVDE2VkZsWldUTEdySE83SmdCQS9KRWgyN3hTVWxJMGN1UklqUnc1c242R3JMZW1wbWFzMStzZDYvUDV5SkJ0QkJvNklBS080OHowZXIyM3ZQZmVlK2Q4OU5GSCt2R1BmK3gyU1lpeFR6LzlOTnpNVmRYVTFEemdkajBBZ1BnaFF6YitldlhxcFNlZWVPTGtETmsra2pJdnVPQ0NaN3QwNlVLR2JJUk9uVE1GNEJSNWVYa0hITWQ1U3BLZWZmYlpxTGZmdVhPbi9INi90bS9mcnZIangrdnFxNi9XMkxGajlmSEhIOWM5cDZhbVJuLys4NTgxY3VSSVhYWFZWUm94WW9UbXo1OWZkMjFYSkdPY2JkL1oyZGthUEhpd1pzK2VMVW1xcnE3V24vNzBKdzBhTkVnREJnelFRdzg5cEcrKythWnV1eVZMbHVqNjY2OVhlbnA2M1RiaHNiNzk5bHRKeDVZb25qeDVzcTY1NWhxTkhEbFMyN2R2UDJIZlo5dEhKSy9IY1J3dFdMQkFvMGFOcXZ1ZWhCOXZxUDVvUGYvODg1SWt5N0lXN3RxMWk2V1ZBYUFWNk4yN3QrM3orVjV1MDZiTmZzdXkvaWlwVzgrZVBYWC8vZmRyL2ZyMXV2ZmVlMm5tbWxtblRwMTA5OTEzYTkyNmRYcmtrVWYwd3gvK1VKSTZXWlkxTlNVbDVWUGJ0aGZadG4yMTIzVW1NaG82SUVJMU5UVlBTenFjazVPamJkdTJOV3FNVmF0V2FlN2N1ZnJyWC8rcWJ0MjZhZnIwNlhXUHpadzVVKys4ODQ2ZWZ2cHBiZG15UmJObXpkTHExYXVWa1pFUjhSaG5zMzM3ZHExWnMwWi8rTU1mSkVrelpzelFuajE3dEdUSkVyMzU1cHNxTHkvWFUwODlKVWtxTGk3V2swOCtxUmt6Wm1qanhvMGFQbno0YWNkODdMSEg5UFhYWHlzN08xc0xGaXc0NWZ0eXRuMUU4bnFlZWVZWnJWcTFTdE9uVDllV0xWczBiOTQ4ZGV6WU1lS3hJN1Z6NTA1dDJyUkp4cGh2cXF1ckgyblVJQUNBcE9EMysxTnQyLzZseitkN1B5VWxKY2V5ckZ1OVhtL3FnQUVEOU1JTEwyanAwcVVhTzNhczJyWnQ2M2FwclVwcWFxcHV2UEZHdmZiYWEzcjU1WmMxY09CQWViM2VGRWtUSkczeitYd2Yyclo5ODZXWFhzb1BCa0RqK1h5K2UyemJOdVBIanplTzQ1aEk1ZWZuRzl1MnpiNTkrK3J1MjdKbGkvSDcvU1lVQ3BueThuTGo5L3ROTUJnOFlidXNyQ3d6Wk1pUWlNWm9hTjk3OXV5cHU2K3NyTXo0L1g1VFVGQlFkOS83Nzc5dmZ2S1RueGhqalBuaWl5K00zKzgzV1ZsWnB4M3J5SkVqNXF1dnZqSzJiWnZkdTNmWFBiNTE2MVpqMjdhcHFxcHFjQjhOdlo2S2lnclR0MjlmOCtHSEg1N3ltaG9hT3hxTzQ1amJicnZOMkxadDB0TFNubkQ3UGRaUzJMWnRiTnVPK3VlQjVoSCtlYmo5dmdEYzVQZjdPL3Q4dm50OVBsOXgrSGZpdXV1dU03Tm16VExGeGNWdS81cmlOQTRlUEdpZWV1b3BNM2p3NExyam1HM2JCOVBTMGg3MCsvMFh1djJlU2hSY1F3ZEU0ZURCZ3k5MjY5YnRmL2JzMlhQaDIyKy9yWi85N0dkUmJkK3BVNmU2MiszYnQ1Y3hSclcxdFNvcEtaRXhSajE2OURqaCtaZGNjb25LeXNycXBsMmViUXl2MTZ0Ky9mclZQZGF2WHorOThNSUxkZi8rd1E5K1VIZjdpeSsra0RGR3YvNzFyMCtwc2FhbVJsMjdkdFgwNmRNMVo4NGNMVnEwU0E4KytLQjhQdC9KMzR1NkdzUE9QZmZjaVBmUjBPczVjT0NBUXFGUWVPckZDUm9hTzVxVnh6NzQ0SVB3U295SGpoNDlPaVBpRFJHUjhPcUtBT0NXY0lhczR6aGt5Q2FaQ3k2NFFQZmNjNC91dlBQTytobXlGM2c4bnNlTk1WTnQyeVpEVmpSMFFGUSsvL3p6Yjd0MTYvYXdwRmN5TWpJMFpNZ1FwYVEwL2Rjb25HSHoyV2VmcVZldlhuWDNGeGNYcTJ2WHJxZU5DRGlaMStzOTZ4THg5YlB5emovL2ZFblMyclZyejNodHdQRGh3elZreUJETm5UdFg5OTEzbnpaczJIREM0K0htcmJTMHRPNTJ1TW1MZEI5bmM5NTU1MG1TOXUzYnA4c3Z2L3lFeDVvNmRsZ29GTkxjdVhNbFNjYVlwd29LQ2lvYlBSaE9ZSXpaWVZsV3Y0YWZpVGphNVhZQlFEeUZNMlNOTVlNc3l5SkROb20xYmR0V1k4YU0wVTAzM1ZRL1F6YlZjWnhKa2liNWZMNVduU0ZMUXdkRUtUYzNOOVBuOHoyNGI5KytmMSs1Y3FWdXZ2bm1Kby9adVhObi9mU25QOVhNbVRNMWJkbzA5ZWpSUXg5Ly9MRmVmUEZGL2ZhM3Y0MUIxU2ZxMnJXcmJOdlc3Tm16TlhueVpIWHUzRm1mZlBLSkRoOCtySDc5K3Fta3BFUUhEeDVVcjE2OWRQSEZGNnU2dWxyR25EaGI2K0tMTDFhUEhqMzAzSFBQYWVyVXFhcXNyTlRDaFFzajNrY2tOVjU3N2JXYU9YT21wa3lab3A0OWU2cW9xRWpubm51dUxycm9vaWFOSGJaeDQwWVZGaFpLMHY3cTZ1cW5JOTRRRFFvRUFsZTVYUU9BMXMyeXJEV1N5SkJ0UVJteWxtWHB5aXV2MUpWWFhubHlobXk2cEpXU1dtV0dMSXVpQU5HcmRSem5ma2w2OWRWWDlkMTMzOFZrMEduVHBzbnY5K3ZPTys5VWVucTZIbjMwVVUyYU5Fbmp4bzJMeWZnbmUrS0pKK1R4ZURSbXpCajE3OTlmVTZaTXFXdmFRcUdRcGsyYnB2NzkrMnZKa2lXYU1XUEdhVC9KbkRWcmxnNGRPcVNoUTRmcS92dnYxK2pSb3lQZVJ5Um16cHlwSzY2NFFuZmNjWWNHREJpZ0tWT21xS3FxS2laalYxZFg2N25ubnBNa09ZNHpZL2Z1M2RVUmJ3d0FTQWFaa2hUT2tHMk56Wnowcnd6WlNHYjdKSk53aHV5Z1FZTWtxVlZueUhLdUdXZ2N5K2Z6N2JBczY4cmJiNzlkdi8vOTc5MnVCMUZhdVhLbEhuLzhjUmxqUGc0RUFwZExZc0VJQUdoQit2VHBjNUhYNnkyU2RFNW1aaVlac21lUVRHZm9UdmJwcDU5cXpKZ3g0UXpaeTF0cjdGRExhdFdCK0RHTzQ5d25TWXNYTDFaRlJZWGI5U0FLUjQ0Y3FiOWd6Q09pbVFPQUZvY01XVEprV3dzYU9xQ1I4dkx5Tmhsak5sUldWbXIrL1BsdWw0TW9MRnUyVE9YbDVaSzBQUkFJckhTN0hnQkE4eUJEOWxSa3lBSkFQYjE3OTdadDIzYlMwOU5OYVdscFhMTlowRGhsWldXbWYvLyt4clp0cDArZlBvUGNmZzhCQUpvWEdiSmt5TFowckhJSk5FRitmbjZ1eitkYldsVlZOVzdldkhtYU9uV3EyeVdoQVFzWEx0VFJvMGNsYVVOZVh0NG10K3NCQURRdk1tUlArRjdVMVJoR2htenlvNkVEbXNoeG5NZThYdStZOWV2WHA5eHl5eTNxM3IyNzJ5WGhERXBLU3JSNDhXSkpDb1ZYS2dVQXRHeGt5UDRMR2JJdEU5ZlFBVTJVbDVkWEtDbWovZ0dtTWZ4K2Y5MFhqcWwvSWZmSkYzVTN4dno1ODFWYld5dEpLNFBCWURCbWhRSUFFbHB1Ym02bU1XYnZ2bjM3dEhKbGJDNmRycDhodTNmdlhvVkNJZTNhdFNzdUdiSUhEeDVVS0JSU1lXR2hkdXpZSWVuWWg1YkJZRkNXWlVXVUlWdFJVYUVEQnc2Y01VUDJkUHVJcE1ad2hteGhZYUZDb1pBS0NncDA0TUNCSm84ZFJvYnNxV2pvZ0Jnd3hqd3U2ZWptelp1MWE5ZXVSbzJ4WU1FQ1NXcjBSZHM0dTMvODR4L0t5c29LTDIzOG9OdjFBQURpaWd6WjQ4aVFCWUF6OFBsODAyemJOci83M2UraXZyalhtSDlkYUZ4VlZkV283VnVpK2hkeTE3L2RHUGZjYzQreGJkdjRmTDRYM1g2dkFBQmNZZmw4dmc5dDJ6WVpHUmt4L291RmVGaXhZa1g0Yi9sSElrKzdEbWZvZ0JpcHJhMTl4aGh6T0RjM1YxdTNibTN5ZU9FcGhtdldyTkgxMTErdlljT0dhY2VPSFhydHRkYzBhTkFnRFIwNlZPKysrMjZqbjF0LzZtTDR2dXJxNm9neVpxTE5rWWxuSnMzcDVPZm42NTEzM3BHa3lsQW85R2hNQndjQUpBc3laSk1ZR2JKblJrTUh4TWpPblR2TExjdWFLa256NXMyTGFnckIyUlFWRmVtTk45N1ExVmRmclljZmZsaWZmZmFaMXE1ZHE0RURCK3JwcDU5dTlITWJjcmFNbVdoelpPS1ZTWE02eHBpNjZSbkdtRC9uNStlWHhteHdBRUJTSVVNMmVaRWhlMlkwZEVBTWxaYVdaa2o2dktDZ1FHKzk5VlpNeHJ6NTVwdlZybDA3alJneFFtVmxaWm8wYVpMYXRXdW5ZY09HYWYvKy9RcUZRbzE2YmtQdXV1c3VkZTdjV1IwNmROQzRjZU5VV0Znb3gzRlVYbDZ1ZGV2VzZZRUhIbERYcmwzVnNXTkhUWnc0VVJzM2JqenRPSldWbFZxNmRLa2VmZlJSOWVuVFJ5a3BLZXJSbzRjdXZQRENxTWRxakczYnRpazNOMWZHbUMrcnE2dGIvZExHQU5EYWhVS2hCeVNabFN0WDZzc3Z2M1M3SEVTZ3ZMeGNMNy84c2lTWlVDakVkZkFuSWJZQWlLSGk0dUtqblR0M2Z0amo4Ynlha1pHaG9VT0hObmxwNVBDWnJIYnQya2s2dHFxV0pMVnQyMWFTVG1qU29ubHVRODZVTVJOdGpreFRNbW1hcXY3S281Wmx6ZDY5ZTNkczUzSUNBSklPR2JMSmh3elpzNk9oQTJJc0dBd3U4dmw4RCs3ZnYvK3lGU3RXTk50S1Y0M1ZwazBiU2RKMzMzMVgxL2hGYzgxYXREa3k4Y2lrT1pPLy9lMXYycnQzcnlUdHN5enJtWmp2QUFDUWxNaVFUUjVreURhTUtaZEE3TlVhWSs2VFlyczBjcXgwNzk1ZDdkcTEwNXR2dmlsSnFxcXFVbVptWnNUYlI1c2pFNDlNbXRPcHFxcXF2N1R4OUp5Y25LYWY4Z01BdEFoa3lEWWZNbVRqajRZT2FBYkJZRERiR0xQajBLRkQrc3RmL2hMUk5wTW1UWklrcGFlbk4yTmx4NlpmenB3NVV5dFdyTkNvVWFOMHh4MTM2SnBycm9scWpHaHpaSm96aytaTTFxeFpvNUtTRWhsalBnb0dneTgzZVVBQVFJdGl5SkJOZUdUSUFuQlZXbHJhUU51MnpYWFhYV2UrL3ZycnVHZTF0R2JmZlBPTkdUeDRzTEZ0Mi9UcDArZVhicjhYQUFDSmlReloyQ05ETnY0NFF3YzBrMkF3K0k2a3R5c3JLNVdSa2VGMk9hM0swcVZMZGZqd1lVbjZJQzh2YjdYYjlRQUFFaE1ac21USXRnUTBkRUF6Q29WQ0R4cGp6T3JWcTFWYVN2eFpQSlNWbGVtVlYxN1I4US8zSG5DN0hnQkE0aUpEbGd6WmxvQ0dEbWhHZVhsNUFVbXZWMVZWYWQ2OGVXNlgweXJVVzlyNDdVQWdzTm50ZWdBQWlZME0yVk9SSVp0Y2lDMEFtcGxsV1k5SkdydCsvZnFVVzIrOWxhV1JtMUc5cFkxcmEycHFXTm9ZQU5BZ01tVEprRTEybktFRG1sbHVibTZSTWVZRngzRTBaODRjdDh0cDBWNTY2U1dGUWlFWlkxYnMyclVyMysxNkFBREpJUmdNTGpMR0ZPN2Z2MThyVnF4d3U1eFQxTStRRFd0c2hteE9UczRKWHljM2M5S0pHYkpOSFN0YVpNaEdqNFlPaUFPUHgvTkhTZCsrKys2NzJybHpwOXZsdEVpZmZQS0pzck96SmVrN1l3eExHd01Bb2tHRzdFblBKME0yZWREUUFYR1FrNU5USXVsSlNab3paMDdNTHJyR01jWVlQZi84OCtIYkM0TEI0RC9kclFnQWtHeklrRDBSR2JMSnczSzdBS0MxU0V0TDYyaFoxajhzeXpwdjd0eTU2dCsvdjlzbHRSaDVlWG02OWRaYkphbkNzcXllT1RrNWg5eXVDUUNRZk5MUzBnWjZQSjVON2R1M1YzWjJ0anAwNk9CMlNhM0drU05ITkdyVUtCMCtmRmloVUdnMHNVT1I0d3dkRUNmQllQQ3dNU2JtU3lPM2RpY3RiZnc4elJ3QW9MSElrSFVQR2JLTlIwTUh4TkdoUTRkZU1zWWNLQ3dzMUxwMTY5d3VwMFhZdW5XckFvR0FqREZmaGtLaG1XN1hBd0JJYm1USXhoOFpzazFEUXdmRVVYRng4VkZKRDBuSFZtU3NyYTExdWFMa1ZuOXBZMlBNbi9Mejg0KzRYQklBSU1tUklSdC9aTWcyRFEwZEVHZUJRT0ExU1h1S2k0dTFmUGx5dDh0SmFoczJiRkJSVVpFa2ZSWU1Cc21FQUFERXhQRU0yZHIxNjlmcm4vLzhwOXZsdEdoa3lEWWREUjBRZnlGanpQMlN0R0RCZ3ZBblVvaFMvVTlPalRIVEpMRzBNUUFnSnNpUWpSOHlaSnVPaGc1d1FTQVF5SmEwUFpxbGtYR2lyS3lzOE5MR3V3T0J3S3R1MXdNQWFGbklrRzErWk1qR0JyRUZnRXQ4UHQrMWxtVXhUN3lKSE1lNU1SZ01acmxkQndDZzViRnRlNHFreDN3K24rYlBueS9MNHIvT3NXS00wYjMzM3F2Tm16ZkxHUE5pSUJENFQ3ZHJTbGFjb1FOY0VnZ0UzcFcwek8wNmt0eGJOSE1BZ09iaU9NNnp4cGp5UUNDZ3JWdTN1bDFPaTVLZm42L05temRMVW9YSDQzbkU3WHFTR1I4ekFBQUFBR2VRbHBiMlh4NlA1OW5MTHJ0TWl4Y3Y1aXhkREJoamROdHR0NFZqaC80WUNBUWVjcnVtWk1ZWk9nQUFBT0FNeUpDTlBUSmtZNHVHRGdBQUFEZ0RNbVJqaXd6WjJLT2hBd0FBQU02Q0RObllJVU0yOW1qb0FBQUFnTE1qUXpZR3lKQnRIalIwQUFBQVFBUElrRzA2TW1TYkI4djBBQUFBQUJFZ1F6WTJ5SkNOTGM3UUFRQUFBQkVnUXpZbXlKQUZBQUFBQUFBQUFBQUFBQUFBQUFBQUFBQUFBQUFBQUFBQUFBQUFBQUFBQUFBQUFBQUFBQUFBQUFBQUFBQUFBQUFBQUFBQUFBQUFBQUFBQUFBQUFBQUFBQUFBQUFBQUFBQUFBQUFBQUFBQUFBQUFBQUFBQUFBQUFBQUFBQUFBQUFBQUFBQUFBQUFBQUFBQUFBQUFBQUFBQUFBQUFBQUFBQUFBQUFBQUFBQUFBQUFBQUFBQUFBQUFBQUFBQUFBQUFBQUFBQUFBQUFBQUFBQUFrS0QrSDFIVzkrMVNjSCt6QUFBQUFFbEZUa1N1UW1DQyIsCgkiVGhlbWUiIDogIiIsCgkiVHlwZSIgOiAiZmxvdyIsCgkiVmVyc2lvbiIgOiAiIgp9Cg=="/>
    </extobj>
  </extobjs>
</s:customData>
</file>

<file path=customXml/item2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MyNDEyNjc2ODQ1IiwKCSJHcm91cElkIiA6ICI2MjM0NDIzNiIsCgkiSW1hZ2UiIDogImlWQk9SdzBLR2dvQUFBQU5TVWhFVWdBQUEzUUFBQUhBQ0FZQUFBRHFWQ3J4QUFBQUNYQklXWE1BQUFzVEFBQUxFd0VBbXB3WUFBQWdBRWxFUVZSNG5PemRlWHhNOS80RzhPYzdTellTdXlURUdrdUprSmxJRUtwVVJTMVhMSzI5dHJiVVR2U3Fva3B4VmEyeGxGWXRQL3N1dGxLS1huc3NXUkFTWXQ5aURSR3l6bngvZjJoeXBZSWtrcHlaelBOK3ZieHVPblBtbkdkeW1ablBuUE9jQXhB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mtka1RTZ2NneWsvYzNOeUthalNhY2tLSXNnQktDaUVjQVpRR1VBcEFZU0ZFUVNtbEF3QjdBRm9oaEFTUStpY1pRQ3lBSjMvL2VXdzBHbThKSVc0SkllNGFqY2E3UnFQeGVteHM3TFdyVjY4bUtQSUVpWWlJaU1pa2NLQWp5b2J5NWN2YkZDcFVxSnBLcGFvQm9EWUFUd0RWaEJCRmMzdmJVa29qZ0d0Q2lIQXBaYkJLcFFveEdBemhvYUdobHdBWWMzdjdSRVJFUkdRNk9OQVJaVUtwVXFYc0hCMGR2UUM4RDZDNUVNSWJnT2FmeXhVclZnek96czV3ZG5aRzBhSkZVYng0Y1pRb1VRTEZpeGVIdmIwOTdPenNZR3RyQzF0YlcyZzBHa2dwQVFCU1NpUW5KeU11TGk3dHo1TW5UM0R2M2ozY3ZYc1hqeDQ5d3NPSEQzSDc5bTNjdlhzWEtTa3BHY1dNazFJZWtGTHVCbkJFclZhSG5qcDFLamtYZnkxRVJFUkVwREFPZEVTdjRlYm01cVRWYWo4V1FuUVFRalFCWUpWNm40Mk5EVnhkWGVIcTZvcHExYXFoUm8wYUtGKytQT3pzN0hJOWw4Rmd3TTJiTjNINThtV0VoNGZqNHNXTHVIVHBFdTdjdWZQUFJaOEIrRjFLdVFuQTNwQ1FrUHU1SG82SWlJaUk4aFFIT3FLWGVIaDRGQlpDdEJkQ2RNZUx2WEVDZURIQXVibTV3Y1BEQXo0K1BuQjNkNGRhclZZMjdEODhlZklFUVVGQk9INzhPTTZlUFl0TGx5N0JhRXc3QXRNQTRJQ1VjcW1VY210b2FPaGpCYU1TRVJHWkxQYmh5ZHh3b0NNQ2hJZUhSejBoUkM4aFJEY0FOZ0RnNE9DQXVuWHJvbW5UcG1qUW9BR3NyS3plc2hyVDh1VEpFK3pkdXhjSER4N0VxVk9uOE96WnM5UzdFcVNVYXdFc0NRa0orYStDRVltSWlCVERQanpsRnh6b3lKS3BQVHc4V2draHhnZ2hhZ09BVnF1Rmo0OFAyclp0Q3g4Zkg1UGJDNWRkeWNuSk9IandJTFp0MjRaang0NGhLU2twOWE3VFJxUHhwOGVQSDIva040VkVSSlNmc1E5UCtSVUhPckpFR2c4UGp3NHFsV29zZ0tvQVVMcDBhYlJwMHdidDJyVkQ0Y0tGRlk2WHUrTGk0ckJ0MnpaczJyUUpseTlmVHIzNUhvQWZIajE2dElpREhSRVI1UmZzdzVNbDRFQkhGa1duMDMwQVlKWVF3Z01BWEYxZDBhTkhEelJ2M2h3cWxVcmhkSGxMU29tZ29DQ3NXTEVDUjQ4ZVRiM3RKb0RSSVNFaEsvR2lkMGRFUkdSVzJJY25TOE9CemtLNXVibFpXVmxaT1FNb0phVjBCRkFJTDRxK3hZUVFSYVdVdGdDMEFLeWtsRllxbFVwS0tSTUFKQWdoRWdBOEIzQmZTdmxRQ1BISWFEVEdHSTNHT3dCdW5qNTkrdGxyTjZ3UUR3K1A4aXFWYWdhQXRnQlFybHc1REJvMENJMGFOWUlRL0djUUVSR0J1WFBudmp6WWhRTDRNaVFrNUtTeXlZaUlpREtGZlhpeVdQd2ttODlWcTFiTjJjYkdwb3FVc29wS3BYS1RVbm9JSVNvRGNFWXUvZjh2cGJ3TElPcnZvbThvZ0hQSnlja1JaOCtldlpzYjIzc0xvZFBwZWdzaEFnQVVLRlNvRUhyMzdvM09uVHViM0xkeXB1RDA2ZE9ZUG4wNnpwNDlDeW1sVVFneDU5bXpaOTlGUmtZK1ZUb2JFUkZSQnRpSFp4L2U0bkdneTBmS2x5OXY0K0RnVUV1dFZ1c0JOQUR3Z1JDaTlNdkxxTlZxbEN4Wk1xM2NXNkpFQ1RnNk9xSnc0Y0p3Y0hCQW9VS0Y0T0RnQUNzcksyZzBHbWcwR3FqVmFrZ3BrWmlZaUlTRUJDUW1KdUw1OCtkcDVkNkhEeDhpSmlZR2QrL2VSWFIwTk83ZXZZdm56NTluRlBHT2xQSlBBSDhaRElianAwK2ZQb2RjUEpPVFRxY3JCV0NoRUtJRkFMUm8wUUlqUm95QXZiMTlibTB5WHpBYWpkaTRjU1BtejUrUEowK2VBRUNVd1dEb0VCWVdGcUowTmlJaW9yK3hEODgrUFAyTkE1MlpxMVdyVmhVaHhBZENpSlpDaUtZQTBwcTh4WXNYUjlXcVZWR3hZa1ZVcmx3WlZhcFVRZm55NWFIVmFuTTFrNVFTTVRFeE9ILytQTTZkTzRlb3FDaGN2bndaVjY5ZWZmazRjQUI0S0tYY0xLWGNEdUMvT1hrc3VJZUhoNDhRSWxBSVVhSllzV0w0OXR0djBiaHg0NXhhdlVWNC9QZ3h2di8rZXh3NmRBaFN5a1NWU3VWLzZ0U3BuNVhPUlVSRWxvMTkrUDloSDU0QURuUm1xVWFOR2pXMVdtMmJ2OHUrcnFtM2x5OWZIanFkRGpxZERucTlIczdPemdxbWZGVmNYQnhPblRxRm9LQWduRDE3RnVmUG4zOTV3RXNCc0V0S3VmVHUzYnM3YjkrK25lRXV2c3p3OFBENFFxVlN6UWVnOGZIeHdhUkprK0RnNEpBVFQ4SGlTQ214ZXZWcXpKa3pCMGxKU1pCU3pnOEpDUmtFdmtFUUVTbU9mWGoyNFYvR1Byemw0dDkrTTFHelprMFh0VnJkVlFqUkMzOGZXbUJuWndjdkx5LzQrUGlnWWNPR0tGbXlwTUlwcytieDQ4Zll0MjhmRGh3NGdGT25UcjE4bU9aVEtlVktnOEd3OFBUcDA4RlpXS1hLdzhOam1rcWxHaWFFd0dlZmZZYkJnd2Z6UlQ0SGhJZUhZK2pRb1hqMDZCR2tsRnZ1MzcvZitlYk5tL0ZLNXlJaXNnVHN3N01QbnhYc3cxc2VmdEkxYldvUEQ0OFBWU3JWVjFMS05rSUlsYTJ0TGVyVXFRTmZYMTgwYXRRSTF0YldTbWZNRVFrSkNkaTllemQyN05pQjRPRGd0RDEzVXNxL3BKUlRRME5EZCtITmZUdVZYcStmQTZDL3RiVTF4b3daZ3hZdFd1UkZkSXR4Ky9adERCdzRFTmV1WFFPQWZZbUppYzNEdzhPVDN2WTRJaUxLUFBiaDAyTWZQbnZZaDdjc0hPaE1VS1ZLbGF3TEZpellTYVZTZlllL0Q2bXNXclVxL1B6ODBMcDFhOWphMmlxY01IZmR1M2NQcTFldnh0YXRXL0g0Y1ZxdDdqeUFFY0hCd2RzemVJamF3OFBqWjVWSzFjZkd4Z1pUcDA2Rmo0OVAzZ1cySUk4ZlA4WVhYM3lCSzFldVFFcTVJU1FrcENOeThZMmNpTWdTc0ErZk1mYmgzeDM3OEphQkE1MEo4ZlQwdERNYWpUMEFqQlpDbE5acXRXalNwQW02ZE9rQ056YzNwZVBsdWNURVJHemF0QWxyMTY3RmpSczNBQUJTeWlOU3loR2hvYUdIVTVmVDZYVFRoQkREYlcxdE1YMzZkTlNwVTBleHpKYmczcjE3Nk4yN04rN2N1UU1wNWV5UWtKQWhTbWNpSWpJMzdNTy9HZnZ3T1lkOStQeVBBNTFwVUhsNGVIUVNRa3dWUXBTeXNiRkJ5NVl0OGZubm44UFIwVkhwYklwTFNVbkJoZzBic0dUSkVqeDQ4QUFBSklEZmtwT1R2OUZvTkcyRkVJdXNyS3dRRUJBQWIyOXZoZE5haHV2WHI2TmJ0MjU0OXV5Wk5CcU5iVU5EUTdjb25ZbUl5TlN4RDU4cDdNUG5FdmJoOHkvKzYxRFkzNGNUekJKQ2VHbTFXclJ0MnhaOSt2UkJrU0pGbEk1bWN1TGo0N0ZreVJJc1g3NDg5UnVtWjBLSUFnQXdac3dZdEczYlZ1bUlGbVhQbmowWU9YSWtBRHlRVXRZS0NRbTVyWFFtSWlJVHhENDgrL0FtZzMzNC9Ja0RuVUk4UER3Sy83MUg3Z3NBZVAvOTkrSHY3NCt5WmNzcUhjM2tYYnQyRGVQSGowZFlXQmdBb0Z1M2JoZzJiSmpDcVN6VGhBa1RFQmdZbU5xbisxVHBQRVJFcG9KOWVQYmhUUlg3OFBrUEJ6b0YxS3BWeTFlbFVpMFNRcmk0dUxoZzFLaFI3SDFsa1pRU0d6ZHVSSFIwTkFZTUdNQkRNUlFTRXhNRFB6OC94TVhGU1FEZXZOWU5FVms2OXVIVFl4L2VOTEVQbjcvd1UzQWVjbkZ4c1MxUm9zUjBJVVEvbFVxRkRoMDZZTWlRSWJDeXNsSTZHbEcyclZpeEFqTm56b1NVOHErUWtCQ2Vmb3lJTEJYNzhHL0FQcnpwWVI4Ky8rQkFsMGZjM056S1dsbFpiUkJDZUpVcVZRb1RKa3lBaDRlSDByR0kzbGxDUWdLYU5XdUd1TGc0YVRRYXE0YUdobDVVT2hNUlVWNWlIejd6MkljM0xlekQ1dzlxcFFOWWdwbzFhMzZvMVdyM0NpRXErZmo0WVA3OCtlektVYjZoMFdnUUV4T0RNMmZPQ0NHRTRjNmRPMzhvblltSUtDOTRlSGdVZG5aMm5xTlNxZVlKSVVxLy8vNzdtREZqQmxxMmJKbnZPM0xacGRWcTRlWGxoYVpObXlJaUlnSjM3OTYxQWw3MDRYdjE2cVYwUEl2ajZ1cUtlL2Z1SVNJaXdnNUF1ZWpvNlBWS1o2S3M0eDY2WEtiVDZUNERzRlN0VnFzKy8veHo5TzNibDMwdnluY2lJeVBScFVzWEFMZ2VIQnhjVHVrOFJFUzVqWDM0ZDhjK3ZHbGdIOTc4Y1E5ZEx0THBkSU9GRUw5YVcxdUxpUk1ub21QSGptYjlZaFViRzR0ZmYvMFZBd2NPeEtWTGwrRHA2Y2x2SUFrQVVLeFlNYXhkdXhhSmlZbUZTcFVxdGVUT25UdFBsTTVFUkpRYlhGeGNiRjFkWFdlclZLb0F0VnJ0MExGalIweWZQaDNseXZHN3JLd1NRcUI2OWVydzl2WTI2ODlINXM3VzFoWmFyUmJIamgwVEFLcEVSMGYvbjlLWktHczQwT1VTblU3M25SRGlKenM3TzB5ZE9oV05HalZTT2xLMkpTVWxZY09HRFJnK2ZEaU9IejhPS1NVdVg3Nk1qUnMzUXFQUm9FcVZLdEJxdFVySEpBVUpJUkFlSG80clY2N0FhRFNHUlVkSGh5bWRpWWdvcDdtNXVaVjFjSERZS1lUd0sxV3FGR2JPbkluMjdkdERyZWJIS1RKdlZhcFV3YnAxNjVDY25Gek8wZEZ4VlhSMDlDT2xNMUhtOFJVb0YzaDZlZzRCTU1YQndRR3paOCtHbDVlWDBwR3lSVXFKL2Z2M3c5L2ZIN3QyN1VKU1VoSThQVDNSdjM5L0pDUWs0TXFWS3dnS0NzSzJiZHRRckZneHVMcTY4aHMyQy9iZ3dRTWNPWElFQUtLam82TjNaT1l4bFNwVnNuWjJkaTdrN094Y3pOSFIwZG5KeWFtc3M3TnptWklsU3pxVktsV3FaTW1TSlV1VUxsMjZtS09qWTBFbkp5ZEVSMGNuNGNXWjBZaUk4aFQ3OEpTZnNROXYzdmpwTzRmcDlmb09BTmJhMk5oZzd0eTUwT2wwU2tmS2x0T25UMlBHakJrNGMrWU1BS0JDaFFvWU5HZ1FQdmpnZzdSbGdvS0NFQkFRZ01qSVNBQXZ2dDBaUG53NGF0ZXVyVWhtVXRiKy9mdng5ZGRmUTBxNU5TUWt4SzlTcFVyV2RuWjI1ZFZxZFVVQTVhU1VMa0tJTWtLSU1nREtBSEFCWUpQRnpSZ0F4RWdwN3dzaExrc3BJd0JFQ1NHdUdneUd5MkZoWVZIZ3hWR0pLSWV4RDArV2dIMTQ4OFZYb3h5azAraytFRUw4cVZhck5ULysrQ00rL1BCRHBTTmwyWTBiTnpCbnpoenMzYnNYd0l0dTFKZGZmb24yN2R0RHBWSzlzcnpSYU1UMjdkdnh5eSsvSURvNkdnRFFvRUVEREI0OEdLNnVybm1hblpSMTh1Uko5TzNiRndCU3BKUlhBVlFVUXJ6NmwrWWwxdGJXc0xHeGdhMnRMV3h0YldGall3T05SZ01wWmRvZm85R0loSVFFeE1YRjRlblRwMGhNVEh6dCtxU1VjUUNPQ2lFT0d3eUdVNG1KaVVjaklpSWU1dVR6SkNMTDhuY2ZQc0RLeWdvLy9QQURtalp0cW5Ra29sd2hwVVNUSmszdzVNa1RDQ0hLblRwMTZyclNtU2h6T05EbEVKMU9WMG9JY1JwQXNaRWpSK0xUVHo5Vk9sS1dQSDc4R0lzV0xjS2FOV3RnTkJwaGEydUxUcDA2NFlzdnZvQ056ZHQzb2lRbUptTFpzbVZZc1dJRjR1TGlvRktwMHE3RFU3eDQ4VHg0QnFTMGlJZ0lkTzNhTmUyLzFXbzFuSnljNE9MaWdsS2xTc0hSMFJGT1RrN3AvdGZhMmpyTDIwbE1URVJNVEF4dTNyeUphOWV1NGZyMTY0aU9qc2ExYTlkdzllcFZKQ2Nudjd5NEFjQlJLV1dnbEhKdmFHaG82RHMvVVNLeUdILzM0WCt3czdQRGxDbFQ0T1BqbzNRa29sdzFZc1FJN04yN0YwYWpzV2RvYUNoUGptSW1PTkRsREkxZXI5OE5vSEdyVnEwd2Z2eDRwZk5rV2tKQ0FqWnMySUJmZnZrRno1OC9oMXF0UnZQbXpURm8wS0JzRFdLUEh6L0d2SG56c0hYclZxU2twTURXMWhhOWV2VkM1ODZkWVdkbmx3dlBnRXlGbEJLN2R1MkNXcTJHcTZzcnlwVXJCNDFHazZjWmtwT1RFUmtaaWRPblR5TXNMQXdoSVNGNCtQQi9PK2lrbEJkVkt0V3ZCb05oUTJobzZOVThEVWRFWnNYVDAzT0lsSEtXZzRNRFpzMmFoVnExYWlrZGlTalhyVjY5R3RPbVRZT1Vja0ZJU0VpL3pEeW1VcVZLMXRiVzFnWFVhclVkZ0FKQ0NEc2hoTVpvTkJyVWFyWEJZREFZTkJxTndXZzB4Z040SEJvYUdndldJM0lVQjdvY29OUHB4Z29oeHBjclZ3NnJWNi9PMWw2SHZHWXdHUERubjM4aUlDQUFkKy9lQlFEVXFWTUgvdjcrcUZTcDBqdXYvL3IxNjVneFl3WU9IandJQUNoYXRDZ0dEeDZNRmkxYThHeGdsR2VrbElpTWpNUmZmLzJGSTBlT0lEdzhQUFYyQ1dBZmdPa2hJU0c3d0JPdEVORkw4a3NmbmlpcjJJYzNUeHpvM3BHSGg0ZUhFQ0xZMXRaV0xGMjZGSlVyVjFZNjBsdWRPblVLTTJmT3hQbno1d0VBbFN0WHhwQWhRMUN2WHIwYzMxWklTQWhtenB5WjlrRzZRb1VLOFBmMzUyRXJwSWdiTjI1ZzgrYk4yTHQzTDI3ZXZKbDY4M21qMFRncE9UbDVmWGg0ZUpLUytZaEllZm1oRDArVVhlekRteWNPZE85R3BkUHBEZ29oZlByMDZaUDZEOEJrWGJseUJiTm56OGFCQXdjQUFDVkxsa1Rmdm4zaDUrZVhxMmZyU2owVWIvNzgrYmgxNnhZQXdOdmJHME9IRGtYVnFsVnpiYnRFcnlPbHhKRWpSN0JzMlRLY1BIa3k5YmFyUWdqLzRPRGd6UXJISXlLRm1Ic2ZudWhkc1E5dm5qalF2UU9kVHRkZENQRi9aY3FVd2ZyMTYwMzI0dG9QSGp6QW9rV0xzSDc5ZWtncFVhQkFBWFR0MmhVOWUvYk0wOE5EazVPVHNYTGxTaXhidGl6MURFcG8zYm8xK3ZUcEF5Y25wenpMUWZTeUN4Y3U0TGZmZnNPK2Zmdnc0a2hNSEV4T1RoNTI1c3laVTBwbkk2SThaYlo5ZUtLY3dqNjhlZUpBbDAyVktsVnljSEJ3dUFTZ2VFQkFBQm8wYUtCMHBGZkV4OGRqOWVyVldMeDRNZUxqNDZIUmFOQ3FWU3NNSERnUVJZb1VVU3hYYkd3c0ZpeFlnRTJiTmlFNU9SbFdWbGJvMGFNSHVuYnRDbnQ3ZThWeWtXVTdkKzRjcGsrZmp0RFFVRWdwalFCK2lvbUpHWC8xNnRVRXBiTVJVZTR6eHo0OGtTVmdILzd0T05CbGs0ZUh4eENWU2pXcmJ0MjZtRGR2bnRKeDBrbEpTY0d1WGJzd1o4NGNQSGp3QU1DTGE4TU5IVG9VRlNwVVVEamQvOXkrZlJzelo4N0V2bjM3QUFDRkN4ZkdnQUVEOEs5Ly9jdGs5M1pTL2lhbHhMNTkrekIxNmxUY3YzOGZVc3B6Qm9QaHM5T25Ud2NyblkySWNvODU5dUdKTEJYNzhLL2lRSmNONWN1WHR5bGF0T2hsQU00TEZ5NkVYcTlYT2xLYVk4ZU9ZZGFzV2JoNDhTSUFvRnExYWhnNmRDaHExNjZ0Y0xMWE8zdjJMR2JNbUlHd3NEQUFRTm15WmVIdjc0LzMzMzlmNFdSa3FaNCtmWW9mZi93UnUzYnRBb0JrQUlPQ2c0Ti9VVGdXRWVVT3MrckRFOUVMN01QL0R3ZTZiRWp0enJtN3UyUHAwcVZLeHdFQVJFVkZZZGFzV1RoNjlDZ0F3Tm5aR2YzNjlVT0xGaTF5OVlRbk9TVjF6OGpjdVhOeC9mcDFBSUJlcjhmUW9VUGg1dWFtY0RxeVZQdjM3OGY0OGVQeDlPbFRTQ2tYcUZTcXdhZE9uVXArK3lPSnlGeVlTeCtlaUY3UDB2dndwdjlKM3dUcGRMcHdJVVQxYWRPbW9YSGp4b3BtdVhmdkhuNzU1UmRzMmJJRlVrclkyOXVqZS9mdStPeXp6OHp5VFNrbEpRVnIxNjdGa2lWTEVCTVRBeUVFUHY3NFkvVHIxdytsUzVkV09oNVpvQnMzYm1EWXNHRzRjdVVLQUJ5SWpZMzlWMVJVVkt6U3VZam8zWmxESDU2SU1zOVMrL0FjNkxKSXI5ZlhCQkJXb2tRSjdOeTVVN0c5WDNGeGNWaTFhaFdXTEZtQ3BLUWthTFZhdEczYkZ2MzY5WU9EZzRNaW1YTFNzMmZQOE91dnYyTDkrdlZJVEV5RVJxTkIxNjVkMGFOSER4UXFWRWpwZUdSaG5qMTdodEdqUitQZ3dZT1FVcDZRVXZxR2hvWStWam9YRWIwYlUrN0RFMUgyV0dJZlhxMTBBSFBqN096Y0QwQ2pGaTFhS05MeFNrbEp3Wll0VytEdjc0L0Rody9EYURTaWNlUEdtREZqQmxxMGFKRnZ6c3BsWldXRmV2WHFvVldyVm5qdzRBR2lvcUlRR2hxS1RaczJ3ZGJXRmxXcVZJRmF6YisrbERlc3JLelF0R2xUM0x4NUUxRlJVYVVCZkZ5NGNPRU5EeDQ4aUZjNkd4RmxUL255NVczczdPeldBN0QvL3Z2djRlenNySFFrSXNvQlFnaFVyRmdSZm41K2lJNk94cVZMbDBxb1ZLcmV6czdPOSs3Y3VaTXZEOEhrSitLc0VVNU9Ua3VFRUlXLytlWWJsQ3haTWs4M2Z2RGdRUXdmUGh6YnRtMURRa0lDM04zZE1YbnlaSFR2M2oxZjdKWExTTUdDQmRHa1NSTTBiTmd3N1dLVGh3OGZ4czZkTytIazVJVHk1Y3ViUlVlUXpKOUtwVUtqUm8xdzc5NDlSRVpHT21tMTJnK0ZFQ3VmUG4zS1RoMlJHYXBRb1VJWEljUm43dTd1Nk5ldm45SnhpQ2lIV1Z0Ym8wbVRKcWhTcFFxT0hqMnFUa3BLYXVYazVPUlV1blRwM1hmdTNERXFuUzhuOFpOd0Z0U3NXVk92MFdoT2xTNWRHbHUyYk1telFlTGN1WE1JQ0FoSU80T1BpNHNMQmd3WWdLWk5tMXJVTUNPbHhNR0RCekZuemh4Y3Zud1pBT0R1N281aHc0YWhWcTFhQ3FjalN5R2x4UGp4NDdGdDJ6WklLYmVFaElTMEE1Q3YzaGlJTElFcDllR0pLSGZsOXo0ODk5QmxnYk96Y3djaHhNY05HemJFaHg5K21PdmJ1M1BuRHFaT25Zb3BVNmJnOXUzYktGU29FUHIxNjRjSkV5YWdjdVhLRmpYTUFTOTJvWmNyVnc3dDI3ZEhzV0xGRUJFUmdhdFhyMkxMbGkyNGRPa1NxbGF0eW40ZDVUb2hCT3JYcjQvVHAwL2o5dTNiN3prN094ZTZjK2ZPSDBybklxTE0wK3YxTllVUVkwdVVLSUV4WThaWTNQc3BrYVVwVktnUVdyWnNpYWlvS0Z5L2ZyMmNsWlhWUjA1T1R1dWpvNlB6eGNsU09OQmxnYk96OC9kQ2lNb2RPM1pFdFdyVmNtMDdUNTgreFcrLy9ZWlJvMFloSWlJQzF0Ylc2Tml4STZaUG53NHZMeStvVktwYzI3WTVVS2xVY0hOend5ZWZmQUlBaUlpSXdJVUxGN0J4NDBiRXhzYWlXclZxc0xXMVZUZ2w1V2RxdFJxTkdqWEN3WU1IRVJNVFU5ZlIwZkZjZEhUME9hVnpFVkhtS04ySEo2SzhsNS83OEpZOUdXU05TZ2poQXdEZTN0NjVzb0drcENTc1c3Y09yVnUzeHVMRmk1R1NrZ0pmWDE5czNMZ1J3NGNQUjhHQ0JYTmx1d0J3OSs1ZHRHblRCa1pqeGtlT25UbHpCcDZlbmtoS1NzcTFERmxsYTJ1TEFRTUdJREF3RUsxYXRZTFJhTVNxVmF2ZzUrZUhGU3RXSUNFaFgzenBRaWFxWU1HQ21EWnRHbXh0YlNHRVdGQ2pSbzB5U21jaW9rd1JVc29lQVBDdmYvMUw2U3hFbElmVWFqVisrT0VIK1BuNVFRamhZV2RudDZ0VXFWSjJTdWQ2Vnh6b01xbEdqUm9WQUJRcVhyeDRqbDhQVFVxSi9mdjNvME9IRHBneVpRcGlZMk9oMSt1eGJOa3lUSjQ4T1UvT3ZPWG82SWpBd0VDejNQdFh2SGh4akI4L0htdldyRUdkT25YdzdOa3p6Snc1RTIzYnRzVWZmL3p4MmlHVjZGMlZMVnNXbzBhTmdoQ2lxRmFyWFEyK3BoS1p2Sm8xYStxRUVPVkxseTROTnpjM3BlTVFVUjVUcVZUNDdydnZVci9RcWUzbzZMZ0tadjcrYmRiaDg1S1ZsVlVsQUtoUW9VS09ydmYwNmRQNC9QUFA4ZlhYWCtQR2pSc29YNzQ4cGsrZmpvVUxGNko2OWVvNXVxMzh6dFhWRlQvLy9EUG16WnVIeXBVcjQ5NjlleGcxYWhRKysrd3puRHFWTDg5U1N5YWdlZlBtYU42OE9ZUVE5WFU2M1FDbDh4RFJtNmxVcXZjQndNUERnOTA1SWdzbGhNRG8wYVBoN2UwTklZU2ZYcStmcm5TbWQ4R0JMcE9rbEJXQkYyZVl6QWszYnR6QXQ5OStpMTY5ZWlFc0xBeEZpeGJGaUJFanNINzllalJxMUNoVDYwZzlESExyMXEzNDhNTVBNVzNhTkFBdkR0Mzg2YWVmMExoeFl6Um8wQUNqUm8xQ1hGeGMydVBXckZrRFgxOWYxS3RYTCsweHFldDYvdnc1QUNBMk5oYi8vdmUvNGVQamcxYXRXaUVvS0NqZHR0KzBqZFIxQlFVRm9VdVhMcWhidHk0NmRPaUE4K2ZQcHozZWFEUmk2ZEtsYU4yNk5lclVxWU1XTFZxazNmKzIvRzlUdDI1ZHJGcTFDdDk5OXgwY0hSMFJFUkdCUG4zNllPalFvV2xueHlUS0tVSUlEQjgrSFBiMjlnQXdya3FWS3NXVnprUkVyeWVFYUFZQU9wMU82U2hFcENDdFZvdXBVNmZDMWRVVkFJWjZlSGg4cW5TbTdPSkFsMGxDaVBJQTN2bHd5OGVQSDJQV3JGbG8zNzQ5ZHUvZURWdGJXL1RzMlJOYnQyNUZ4NDRkczNYSVkxQlFFTFp0MjRhdnZ2b0tBREJ4NGtSRVJFUmd6Wm8xMkw1OU8ySmlZakI5K29zdkhtN2V2SW1wVTZkaTRzU0oyTHQzTDVvM2I1N2hPci8vL25zOGVmSUVXN2R1eGRLbFMzSDA2TkYwOTc5cEc2azJiZHFFMmJOblkvZnUzWEJ5Y3NLRUNSUFM3cHM1Y3lZMmJkcUVDUk1tNFBEaHc1ZzdkeTRLRnk2YzZYVy9qVXFsUXBzMmJiQjU4MmIwNmRNSEJRb1V3TUdEQjlHeFkwZjgrT09QZVBEZ1FaYldSL1FtUllvVXdaQWhReUNFS0ZxZ1FBR3ovcGFQS0ovTDlUNDhFWmtQOXVFdGpFNm5XNlhYNitYdnYvOHVzeU0rUGw2dVhMbFN2di8rKzFLdjE4dmF0V3ZMTVdQR3lIdjM3bVZyZlZKS2VmcjBhYW5YNjJWRVJFVGFiWThlUFpLZW5wNHlNakl5N2JaRGh3N0o5OTkvWDBvcFpYUjB0UFQwOUpSYnRtekpjRjNQbmoyVER4OCtsSHE5WG9hSGg2ZmRmK1RJRWFuWDYyVmlZdUpidDVHNnJ1dlhyNmZkZi9qd1llbnA2U2tOQm9PTWpZMlZYbDVlOHNTSkU2ODhwN2V0TzdzZVBYb2tmL2poQitubDVTWDFlcjJzWDcrK1hMeDRzWHorL1BrN3JaY29WVXBLaXV6Y3ViUFU2WFFHblU3SDQ2V0pURkNOR2pWYzlYcTk5UFgxVmZvbGc0aE15STRkTzZSZXI1YzZuZTRRekhDSGwwYnBBR2JFR1hoeEFvNnNNQnFOK1BQUFB4RVFFSURvNkdnQUw3NFZIRFpzR0twVXFaSWp3VjQrRERRNk9ocFNTblR1M1BtVjVaS1RrK0hvNklnSkV5WWdJQ0FBSzFhc3dMZmZmdnZLWVNkMzc5NEY4T0tFRDZsZVBzUG0yN2FScWxpeFltay8yOXZiUTBxSmxKUVUzTHAxQ3dhREFWV3JWbjNsOFc5YnQxYXJ6ZkIzOERaRmloVEJkOTk5aCs3ZHUyUEdqQms0ZE9nUTVzNmRpOVdyVjJQdzRNRm8zcnc1MUdwZXhZT3lUNjFXWS9EZ3dSZ3dZSUJLU2prZWdOa2V1a0dVWCtWV0g1Nkl6RnZ6NXMxeDVNZ1I3Tnk1czc1T3B4c1FFaEl5UitsTVdjR0JMcE9FRUE0QXNuVHBnT0RnWU15Y09SUG56cjI0UEZXbFNwVXdlUEJnMUs5ZlA2ZXpwZjFjdEdoUkFNQ09IVHZnNU9TVTRmTE5temZIUng5OWhObXpaMlBFaUJIWXMyZFB1dnRUbitPOWUvZlNmazRkOGpLN2pUY3BVcVFJQU9ENjlldXZuR0hzWGRmOU51WEtsVU5BUUFCT25UcUZXYk5tNGR5NWMvaisrKyt4Yk5reStQdjdvMjdkdWptK1RiSWNkZXJVUWJWcTFYRCsvUG0ydFdyVnFoSVdGblpCNlV4RTlEOVN5b3BDaUJ6cnd4TlIvcERhaHo5MDZCQmlZMlBIVmFsU1pmV0ZDeGZNcHA5amRyc1VsU0tsdEFjQU83dTNYNnJpNnRXckdENThPTDc4OGt1Y08zY09KVXFVd09qUm83Rm16Wm9jSCtiK3lkSFJFWHE5SHRPbVRjUGR1M2RoTUJodzRjSUZIRDkrSEFCdzU4NGRoSWFHUWdpQk1tWEtJQ2twQ1ZMS2RPc29VNllNS2xhc2lEbHo1aUEyTmhhM2J0M0NzbVhMTXIyTnpHUnMyTEFoSmsyYWhBc1hMc0JnTUNBeU1oSzNidDE2NTNWbmxxZW5KNVl0VzRZSkV5YWdWS2xTdUhUcEVnWU1HSUFCQXdiZzRzV0xPYm90c2h4Q0NOUnlSWDhBQUNBQVNVUkJWUFR0MnhjQTFFS0k3NVRPUTBUcDVWUWZub2p5SDNQdXczT2d5eVFoaEFyQUcwOWE4dWpSSS96MDAwLzQ1Sk5QOE5kZmY2RkFnUUw0OHNzdnNXWExGclJyMXk3UFRvODhaY29VcUZRcWZQTEpKNmhmdno3R2pSdVhOclFaREFiODhNTVBxRisvUHRhc1dZT0pFeWRtbUN2MXhDRk5temJGTjk5OGczYnQybVY2RzVreGFkSWt1THU3bzMvLy9talFvQUhHalJ1SHhNVEVIRmwzWmdraDBLSkZDMnpjdUJFREJ3NkVnNE1EamgwN2hzNmRPMlBDaEFucDlrb1NaVmI5K3ZWUnBrd1pDQ0hhVksxYTFWN3BQRVQwUDFMS01nQnk1UWdRSWpKL3JWdTNUcTBFZFRPblBqd3Z3SkpKZXIzK0VvQ0tXN1pzZWVWUWpmajRlS3hidHc0TEZ5NUVmSHc4TkJvTldyWnNpWUVEQjZZZFFraW1MelkyRnZQbno4Zm16WnVSbkp3TWEydHI5T2pSQTEyN2RzM1NvYlpFcTFhdFNqMHo2N0RnNE9CWlN1Y2hvaGQwT3QxK0lVU2pCUXNXd012TFMrazRSR1NDamgwN2hnRURCa0JLdVNFa0pNUXMrdkRjUTVkNWljQ0xhNlNsTWhnTTJMRmpCOXEyYll2WnMyY2pQajRlUGo0K1dMTm1EY2FPSGN0aHpzdzRPRGpnbTIrK3djYU5HOUc0Y1dNa0ppYmkxMTkvVGJ2OFFVcEtpdElSeVV6NCt2cENwVkpCU3RsRDZTeEU5RC9aNmNNVGtXVko3Y01MSWRyV3FsVXJaODVnbU1zNDBHV1NsRElPUU5xRnR3R2dYNzkrR0R0MkxPN2Z2NCtxVmF0aXdZSUZtRE5uRHMrZVplWktseTZOYWRPbVljbVNKWEIzZDBkTVRBd21UcHlJbmoxN0toMk56RVR4NHNYeHdRY2ZRQWpoWVM1dkJrU1dJQ3Q5ZUNLeVRPYlloK2RBbDNsUEFDQXVMaTd0aHZqNCtMU2ZDeFFvZ0FJRkN1UjlLc28xZG5aMnNMZi9Yd1VxdGVOSGxCa2ZmZlFSQUVDbFVuVlVPQW9SL1MwemZYZ2lJblBydy9NVkxmUHVBTUQ5Ky9mVGJsaXlaQW1HRFJ1R0lrV0tJRGc0R0o5OTlobSsrKzQ3M0w1OVc3R1E5Tzd1M2J1SFNaTW1vV1BIampoeTVBanM3ZTNSdjM5L3JGcTFTdWxvWkVhOHZMd2doSUFRb29YU1dZZ29qUUNRWnljcEl5THpwRktwMEtGREJ3Z2hDaFlvVU9CenBmTzhEUWU2VEhCM2R5OENvQnFRZnFEVGFEVG8xcTBiQWdNRDBiVnJWMWhiVytQMzMzOUh1M2J0TUhmdVhNVEd4aW9WbWJMaDJiTm5XTGh3SWZ6OC9MQnAweVpvdFZwODhza24yTEpsQ3o3Ly9QTnNYOVNjTEZPeFlzVlFzMlpOQVBCeWMzTmpvWmJJTkx6U2h5Y2l5b2c1OWVFNTBMMkZYcS8zMUdnMHdVS0kydmIyOXFoZHUvWXJ5eFFzV0JEKy92N1l2SGt6ZkgxOWtaS1NnaVZMbHNEUHp3L3IxcTE3cHpjT1QwL1B0RC8wd3BrelorRHA2WW5uejUrbit6bTdrcE9URVJnWWlEWnQybURCZ2dWSVRrNUdvMGFOc0g3OWVuejc3YmNvVktoUURxWW5TOUt3WVVNQVVGdFpXWDJvZEJZaXlyZ1BUMFNVRVhQcXczT2dlejJoMCtrR0FUZ21oQ2hmclZvMXJGeTVNdlViOXd3NU9qcGk4dVRKV0w1OE9mUjZQV0pqWXpGbHloUjg4c2tuMkw5L2Y3YXVwYlowNlZJQXdOR2pSN1A1Tk9oMXBKUTRmUGh3Mm5YbkhqMTZoQm8xYXVDMzMzN0Q5T25UVWFaTUdhVWprcG1yWGozdEVqWU5sY3hCUkdsZTZjTVRFYjJPdWZUaE5Vb0hNRVh1N3U1RnRGcnRid0RhQ1NIUW9VTUgrUHY3UTZQSjNLK3JXclZxV0xod0lmNzczLzlpenB3NXVITGxDcjcrK211NHU3dkQzOS8valVNaDVZMklpQWpNbWpVTEowNmNBQUM0dUxoZ3dJQUI4UFgxVlRnWjVTZC9YNXdVQUY3ZHRVOUVTbmlsRDA5RTlEcXBmWGdBTFFCTVVEak9hM0VQM1Qvb2RMcmFHbzBtR0VBN0J3Y0hUSmt5QlNOR2pNajBNUGV5RHo3NEFHdlhyc1dJRVNOUXZIaHhuRGx6QnIxNjljTElrU054L2ZyMWJPVkxQY1J3MjdadDhQWDFSYk5telhEOCtIR3NYTGtTalJzM1J0T21UWEhnd0lGc0wvdnlZU2lwdHlVbEphWDlIQlFVaEM1ZHVxQnUzYnJvMEtFRHpwOC9uN1o4VWxJU2Z2cnBKelJ1M0JnTkdqVEFxRkdqM3ZndHFORm94TktsUzlHNmRXdlVxVk1ITFZxMFNGdGZWdGVWV1hmdTNNSDMzMytQcmwyNzRzU0pFeWhVcUJDR0RCbUNqUnMzY3BpakhGZW9VQ0ZVcUZBQlFvaGE0T3N0a2FKZTE0Y25Jbm9kYytuRDh3UEdTenc4UEhvS0lZNEtJY3BYcjE0ZEsxZXVSSk1tVGQ1cG5XcTFHaDA3ZGtSZ1lDQjY5dXdKR3hzYjdObXpCNTk4OGdsbXpKaUJtSmlZYkswM0tpb0tnWUdCcUZ1M0xrYVBIbzFyMTY1aHg0NGRhTlNvRVdiTW1KSHRaZDltMDZaTm1EMTdObmJ2M2cwbkp5ZE1tUEMvTHlzbVRweUlpSWdJckZtekJ0dTNiMGRNVEF5bVQ1LysyblhObkRrVG16WnR3b1FKRTNENDhHSE1uVHNYaFFzWHp0YTYzaVkyTmhZLy8vd3oyclJwZyszYnQ4UGEyaHBkdW5UQjFxMWIwYjE3OTJ3TjdFU1pVYTFhTlFDdzArdjFGWlhPUW1TcE10T0hKeUxLaURuMDRUblF2YURXNlhTVFZTclZFZ0NhVHAwNlllblNwU2hWcWxTT2JjRFcxaGFEQmcxQ1lHQWdXclJvQVNrbFZxNWNDVDgvUDZ4Y3VUTEwxempyMkxFajdPenMwS0pGQ3p4NjlBZzllL2FFblowZG1qVnJoaHMzYnNCZ01HUnIyYmNaT0hBZ2loY3ZEZ2NIQjNUcTFBa1hMbHlBMFdoRVRFd01mdi85ZDR3Y09SS09qbzRvWExnd3VuWHJocjE3OTJhNG5xZFBuMkx0MnJVWU8zWXNhdFdxQlkxR2c0b1ZLOExaMlRuTDYzcVRwS1FrckYrL0huNStmbGkwYUJHTVJpT2FObTJLalJzM1l2anc0U2hZc0dDVzEwbVVGUlVxVkFBQUdJM0dHZ3BISWJKRVdlN0RFeEc5ekJ6NjhCYS9XOExOemEyZ2xaWFZVaUZFZTYxV2l4RWpScUJkdTNhNXRyMFNKVXBnd29RSjZONjlPMmJNbUlIang0OWp4b3daV0xseUpZWU9IWXFQUHZvb1V4YzhUZDJUWldkbkIrREZtWGdBd05yYUdnRFNEV2xaV2ZadGloVXJsdmF6dmIwOXBKUklTVWxCZEhRMHBKVG8zTG56SzQ5SlRrNSs1WlQvdDI3ZGdzRmdlTGxqbE9adDY4b01vOUdJQXdjT1lOYXNXYmh4NHdZQXdNUERBOE9HRFVPTkd2eGNUWG5IeGNVRkFDQ0VxQUVnVU5rMFJKYmpYZnZ3UkVTQWVmVGhMZnBWVGFmVGxRRHd1eENpZG1wZnp0dmJPMCsyWGJseVpjeWZQeDlIamh4QlFFQUFvcUtpOE8yMzMyTFpzbVh3OS9lSFhxL1BreHlwckt5c0FBQUpDUWxwZzE5V09tdEZpNzQ0ckhqSGpoMXdjbko2Ni9KRmloUUJBRnkvZmgxdWJtN3Z0SzUvT252MkxHYk9uSW5RMEZBQVFMbHk1VEJ3NEVCOCtLSEo3aW1uZk95bFBmMlZsY3hCWkVsME9sMXRBT3NCbEhkd2NNQ1lNV1BldVVKQlJKWXB0UTkvNWNxVjFENjhVZWxNLzJTeGgxeFdxMWJOR2NCK0lVUnRGeGNYTEYyNk5NK0d1WmY1K1BoZzllclZHRE5tREVxV0xJbno1OC9qeXkrL2hMKy9QNjVjdVpKbk9jcVhMdzg3T3p0czM3NGRBSkNZbUlqbHk1ZG4rdkdPam83UTYvV1lObTBhN3Q2OUM0UEJnQXNYTHVENDhlT3ZYYjVodzRhWU5Ha1NMbHk0QUlQQmdNaklTTnk2ZFN2TDYwcDE4K1pOakJvMUNqMTY5RUJvYUNpS0ZDbUNyNy8rR2hzMmJPQXdSNHBKL2ZJQ1FBa2xjeEJaaXR6b3d4T1JaVFAxUHJ4RkRuUnVibTVsYlcxdER3Z2gzRnhkWGJGMDZWS1VLMWRPc1R3cWxRcHQyN2JGNXMyYjBhZFBIeFFvVUFELy9lOS8wYUZEQi9UczJSTUFVSzlldlZ6TllHMXRqVW1USm1IRGhnMW8zYm8xK3ZmdkR4OGZueXl0WThxVUtWQ3BWUGprazA5UXYzNTlqQnMzN28zWDNwczBhUkxjM2QzUnYzOS9OR2pRQU9QR2pVdnJFbVoxWGZQbnowZTdkdTN3eHg5L3dNYkdCajE2OU1DMmJkdlF1WFBuVEIzQ1NwUmJIQndjQUFCQ0NKTTlPeFpSUHBIcmZYZ2lza3ltM29jWFNnZklhNTZlbnE1U3luMEF5bGFyVmczejU4K0h2YjI5MHJIU2lZbUp3Wnc1YzdCanh3NmtwS1RBMXRZV1gzenhCVHAyN0FoYlcxdWw0NW1NeE1SRWJOcTBDUXNXTEVCY1hCelVhaldhTld1R1FZTUdvV1RKa2tySEl3THc0Z0wyM3Q3ZU1CZ01VU0VoSVR6c2tpZ1g1SFVmbm9nc3krN2R1L0h0dDk5Q1N2bGRTRWpJUktYei9KTkZEWFExYXRRb285VnFqd2toU25sNGVHRHUzTGttUFNCZHZYb1ZNMmJNd09IRGh3RzhPSm5KNE1HRDhmSEhIME90Vml1Y1RqbEdveEg3OXUzRHJGbXpjT2ZPSFFBdkx2dzRiTml3REUreVFxUTBYMTlmUEhqdzRGRklTRWl4dHk5TlJGbWhaQitlaUN6RDJiTm4wYU5IRDBncGw0V0VoUFJRT3M4L1djeEpVZHpjM0lwcXRkcGRRb2hTbnA2ZW1EdDNidHFKUUV4VitmTGxNWHYyYkp3NGNRSUJBUUU0Zi80OHhvNGRtM2JpRkc5djc5U3IxMXNFS1NYQ3dzSXdZOFlNaEllSEF3QmNYVjB4ZVBCZ05HalFRT0YwUks5blkyTURJWVMxMGptSThwdS8rL0I3aEJCdUxpNHVtRDE3dHFJVkNpTEtuMHk5RDI4UkE1Mm5wNmVkbERJUVFQWEtsU3RqMXF4WkpqL012Y3pMeXd2TGx5L0hqaDA3c0dEQkFrUkZSYVYxM0FZUEhvektsZlAvVVZ6WHJsM0RuRGx6c0gvL2ZnQXY5bGIyNmRNSDdkcTFzNmlobHN5VFdxMkdsTklpWG0rSjhvcWJtMXRaYTJ2cnZRQXF1YnE2NHBkZmZubjVReGNSVVk0eDlUNjhKWHpBMEJpTnh1VkNpUGVkbloweGI5Njh0TlB5bXhNaEJGcTFhZ1ZmWDErc1dMRUN5NVl0dzVFalIzRDA2RkcwYWRNR2ZmcjB5WmU5c1VlUEhtSFJva1ZZdTNZdHBKU3dzN05ENTg2ZDBidDNiOWpZMkNnZGp5aFQxR28xaEJDVzhIcExsQ2ZNb1E5UFJQbEh3WUlGb1ZLcFlEQVlUTEk2a2U5UC82Zlg2NmNLSWRvVktWSUU4K2JOUzNkaGJITmtaV1dGM3IxN1k4dVdMZmowMDAraFZxdXhlZk5tdEduVEJnc1hMc1N6WjgrVWpwZ2o0dVBqc1d6Wk1yUnUzUnByMXF5QldxMUc2OWF0RVJnWWlQNzkrM09ZSTdQeTk1bFcxYkN3M2pKUmJxaFJvMFlabzlGNEFFQlpEdzhQTEZ5NGtNTWNFZVVxSVVUcUVRQW11WWN1WHc5MGVyMitJNENoMXRiV21EbHpacjQ2cnI1UW9VSVlPWElrTm16WWdFYU5HaUVwS1FrTEZpeUFuNThmQWdNRGtaS1NvblRFYkRFWUROaTVjeWZhdFd1SGdJQUFKQ1Frb0Y2OWVsaTFhaFcrLy81N3N4L0l5VEtscEtSQVNta0U4UHByYnhEUlcvMnpEejkvL255VFBya1pFZVVmcHR5SHo3ZmZGcnU3dTcrbjFXcURBZGlPR1RNR2JkdTJWVHBTcmdvTEM4UE1tVE54NXN3WkFDOU9xT0x2N3c4Zkh4K3o2SmhKS1hIeTVFbk1uRGtUa1pHUkFJQXFWYXBnMkxCaFBGc1ptYjFtelpyaC92Mzd6MEpDUWdvcW5ZWElYUDNkaDk4RjRQM0tsU3RqOGVMRlpsbWhJQ0x6MUxadFcxeTdkaTB4SkNURTVBNFR5NWVkamtxVktsbHJ0ZHFWQUd4YnQyNmQ3NGM1QUtoVnF4YVdMbDJLM2J0MzQrZWZmOGJWcTFjeGVQQmdlSGw1WWVqUW9YanZ2ZmVVanZoYWx5NWR3dXpaczNIbzBDRUFnSk9URTc3NjZpdjg2MS8vVWpnWlVjNklpNHVERUNKZTZSeEVaaXhmOU9HSnlIeVpjaC9lSkVPOUszdDcrMUVBOUdYS2xNSElrU09WanBPbmZIMTkwYmh4WTZ4ZXZSci85My8vaHhNblRxQnIxNjVvMmJJbCt2WHJCMmRuWjZVanBybC8vejRXTGx5SWpSczNBbmhST1Azc3M4L1FvMGNQYUxWYWhkTVI1UXlEd1lDRWhBUUFlSzUwRmlKenBkZnJwd0xJTjMxNElqSS8vK2pEbTFTRkl0OTE2UFI2ZlUwQVl6UWFEU1pNbUFCcmE1TTgxRFZYYWJWYWRPL2VIWUdCZ2VqY3VUT3NyS3l3WThjT3RHM2JGdlBtelVOc2JLeWkrWjQ5ZTRiZmZ2c05mbjUrMkxoeEk3UmFMZHEzYjQ4dFc3YmdpeSsrNERCSCtjcExKeXJLSDJjc0lzcGorYmtQVDBUbXc1VDc4UGx0b0ZOSktYOFdRcWcrL2ZSVHVMdTdLNTFIVWZiMjl2ajY2Nit4YWRNbU5HM2FGQ2twS1ZpOGVESDgvUHl3ZnYxNkpDY241Mm1lbEpRVWJOMjZGVzNhdE1IOCtmT1JtSmlJRHo3NEFPdldyY09vVWFOUXVIRGhQTTFEbEJjZVBud0lBSkJTM2xNNENwSFpjWGQzZncvQUVnRDQ5Ny8vYmZIdjYwU2tuTCsvb0RYSitrUytPdVRTdzhPanN4Q2lmb2tTSlRCZ3dBQ2w0NWdNWjJkbi9QampqemgzN2h4bXpKaUJrSkFRL1BqamoxaXhZZ1dHRFJ1R0R6NzRJRmRQbkNLbHhOR2pSekZyMWl4Y3VuUUpBT0RtNW9aaHc0WkJwOVBsMm5hSlRNR0RCdzhBQUVLSXV3cEhJVElybHRpSEp5TFRaY3A5K0h3ejBGV3FWTWxhQ0RFSkFBWU5Hc1RUR0dlZ2V2WHErTzIzMzdCLy8zN01uVHNYVjY5ZXhmRGh3MUdyVmkwTUd6WXNWNzc1akl5TVJFQkFBSUtDZ2dBQXBVcVZRdi8rL2RHOGVmTWMzeGFSS1VvZDZLU1VIT2lJc3NDUysvQkVaRnBNdlErZmJ3YTZnZ1VMZGhkQ2xITjFkVVdMRmkyVWptUFNHamR1aklZTkcyTDkrdlZZdEdnUndzTEMwTE5uVC9qNittTEFnQUZ3Y1hGNTUyM2N2WHNYQ3hZc3dOYXRXd0VBRGc0TzZOR2pCN3AxNndhTkp0Lzh0U042cS92Mzd3TUFwSlEzRkk1Q1pEYjBlbjFOS2FWRjkrR0p5SFNZZWg4K3YzVG9OQ3FWNmpzQTZOdTNyMWxjZDAxcGFyVWFuVHAxd3BZdFc5QzllM2ZZMnRwaTkrN2RhTisrUFFJQ0F2RDQ4ZU5zcmZmcDA2ZHBGempmdW5VcnJLMnQwYkZqUjJ6YnRnMDllL2JrTUVjVzU4cVZLNmsvWGxBeUI1RVpZUitlaUV5S3FmZmg4OFZBcDlmcm13TW9VN1pzV1h6NDRZZEt4ekVyZG5aMkdESmtDRFp2M296bXpadkRhRFJpMmJKbDhQUHp3NnBWcTVDWW1KaXA5U1FuSjJQanhvM3c4L1BEd29VTGtaS1NnaVpObW1ERGhnMFlNV0lFQ2hiazlaVEpNa1ZHUnFiK0dLWmtEaUp6d1Q0OEVaa2FVKy9ENTR1QlRrbzVCQURhdFd2SHZYUFpWS0pFQ1V5Y09CR3JWcTJDbDVjWDR1TGlNSDM2ZExSdjN4NTc5dXlCMFdqTThIRlNTaHc0Y0FBZE9uVEFmLzd6SHp4NThpVHRJdWMvL2ZRVFNwVXFsY2ZQaE1oMHBLU2s0UExseXdEd0xEUTA5S3JDY1loTUh2dndSR1NLVEwwUGIvYkh2OVdzV2RORkNOSEV4c1lHN2RxMVV6cU8yYXRjdVRJV0xGaUF3NGNQWS9iczJZaUtpc0xJa1NOUnZYcDErUHY3cHpzclpYaDRPR2JObW9YZzRHQUFRTm15WlRGdzRFQTBhZEpFcWZoRUp1WDI3ZHVwbHdlSlVqb0xrVGxnSDU2SVRKR3A5K0hOZnFEVGFEUXRBY0RMeXdzRkNoUlFPazYrVWI5K2ZkU3JWdytiTjIvR3dvVUxjZTdjT1h6eHhSZG8zTGd4MnJWcmh4MDdkbURYcmwwQWdNS0ZDK1B6eno5SHg0NGRvVmFyRlU1T1pEcXVYcjBLQUpCU2NxQWplanYyNFluSUpKbDZIOTdzQnpvcFpTY2hCRDc2NkNPbG8rUTdLcFVLN2R1M1I4dVdMYkZreVJLc1dyVUsrL2Z2eC83OSt3RUFOalkyK1BUVFQ5R25UeC9ZMmRrcG5KYkk5SVNIaHdNQXBKU25GSTVDWlBMWWh5Y2lVMlhxZlhpejd0QzV1TGpZQ2lIcXE5VnFOR3JVU09rNCtaYU5qUTM2OWV1SExWdTJ3TS9QRDliVzF2ajQ0NCt4YWRNbURCMDZsTU1jMFd1a0hvNE00SUNTT1lqTUFmdndSR1NLektFUGI5Wjc2SW9YTDY0RG9LMVlzU0xQb3BnSGloWXRpckZqeDJMczJMRktSeUV5ZVVsSlNUaDc5aXlrbEluSnlja25sTTVEWk1yWWh5Y2lVMlVPZlhpejNrT25VcW4wQU9EbTVxWjBGQ0tpZEM1ZnZveWtwQ1FJSWNMRHc4T1RsTTVEWk1yWWh5Y2lVMlVPZlhpekh1aU1SdU43d0lzek14SVJtWkxUcDArbi9zaitITkZiU0NrN0FXQWZub2hNampuMDRjMTZvQk5DVkFHQWN1WEtLUjJGaUNpZGd3Y1BwdjY0UzhrY1JLYU9mWGdpTW1YbTBJYzM2dzZkRU1JVjRFQ1hGenc5UFFFQURnNE8yTGx6SjJ4c2JONzZtRTZkT3VIaXhZdXd0YlhGb1VPSGNqdWlvanc5UFRQMVBETzduSktlUFh2R1E1N2VVVUpDQWs2Y09BRUFTWW1KaWJ1VnprTmt5dGlISnlKVFpTNTllTFBlUXllbHRBZUFRb1VLS1IzRllzVEd4bUw3OXUxdlhlN1lzV080ZVBGaUhpU2luTlMzYjErMGJObFM2UmhtNzh5Wk02a0Y2dUR3OFBBNHBmTVFtVEwyNFluSVZKbExIOTZzQnpvaFJBRUFtZHBiUk8rdWFOR2kwR3ExV0xWcUZhU1ViMXgyK2ZMbHNMS3k0ckJ0Wms2ZVBJbVVsQlNsWTVpOXYvZk9BY0RCTnkxSFJPekRFNUhwTXBjK3ZGa1BkQUNzTlJvTjFHcTEwamtzZ3NGZ2dMZTNONjVkdTRiRGh3Ky9kcm1vcUNnY08zWU1EUm8wU04xTFFTYkdZREFvSFNIZmtsTGlqei8rQUFBWWpjWkFoZU1RbVR6MjRZbklWSmxMSDk2c08zUlN5aWNwS1NsRms1T1RvZFZxbFk2VDd5VW5KNk5MbHk0NGZQZ3dWcXhZZ1FZTkdtUzQzUExseXdFQVhicDB3VjkvL1FWcmErc01sd3NQRDhmS2xTc1JFaEtDUjQ4ZXdjN09EdFdxVlVPSERoMWVLY2EvcVh2V29FRUR4TWZINDlTcDlGK2U3TnExQzJ2WHJzV0ZDeGNnaEVEWnNtVXhlUEJnMUsxYk45MXlaOCtleGVMRml4RVNFb0tFaEFRNE96dkQxOWNYdlhyMWVtMzIzSkNWSEpHUmtWaTNiaDFPbmp5SnUzZnZRcVBSb0VxVkt1alpzeWNhTm15WWJ0blUzOTJlUFhzd1pjb1U3TjI3RjgrZlAwLzMrMHJ0U0FKQWZIeDgybi8vODNkS2J4Y1ZGWVdiTjI5Q1Nua3JORFQwaU5KNWlFd2QrL0I1aDMzNE4yTWZubDVtVG4xNHM5NURKNFM0RHdCUG5qeFJPb3JGcUZ1M0xpcFZxb1FUSjA1azJKRzdmLzgrL3ZqakQ3aTV1VUduMDhGb05HYTRuclZyMTZKbno1N1lzMmNQS2xTb2dOYXRXOFBEd3dNaElTRVlQbnc0NXN5WjgwNDVseTVkaXRHalIrUGF0V3Y0NktPUDBLUkpFengvL2h3UkVSSHBsZ3NNREVTdlhyMFFGQlFFYjI5dnRHalJBaXFWQ2dzWExrUy9mdjN5YkE5alZuUDA3OThmTzNmdWhJdUxDMXExYWdVdkx5K2NPWE1HdzRZTnc1RWpHYzhRUC83NEkwNmVQQWxmWDEvVXFWTW4zWDBkT25SQWh3NGRBQUFhalNiZGYxUFdIRGlRZGhLc25Vcm1JRElYN01QblBmYmg4emYyNFhPR09mWGh6WG9QSFlEN0FLckd4TVNnZVBIaVNtZko5MUo3YzkyNmRjTzRjZU93Y3VWS2pCczNMdDB5YTlhc1FYSnlNcnAyN2ZyYTladzVjd2JUcGsxRHdZSUZNVy9lUEZTdlhqM3R2aHMzYnFCUG56NVl1blFwdkwyOVh4azhNbXY1OHVWUXFWUll2WG8xSEIwZDAyNS85T2hSMnMrUmtaSDR6My8rQXhjWEY4eWZQeDlPVGs0QUFLUFJpUEhqeDJQNzl1MVl2MzQ5dW5UcGtxbHRKaWNuWThxVUtWbk9tcDBjblR0M1JvY09IZURnNEpCMjI4YU5HL0dmLy93SEsxYXNnSStQVDdwdEpDWW00dkxseTFpL2ZqMXNiVzFmeWZETk45OEFBTmF0V3dldFZwdjIzNVExVWtyczNKazJ4NjFSTWd1UnVXQWZQbThWTFZvVVQ1OCt4YXBWcTlDK2ZYc0lJVjY3YkdvZjN0YldGa2xKSm5zK0NQcUhreWRQWnZoZVQxbGpUbjE0czk1REIrQWNBRnk1Y2tYcEhCYmw0NDgvUnZIaXhmSEhIMytrRzVDZVAzK09UWnMyd2NuSjZZMFhoMTJ4WWdXTVJpT0dEQm1TYnBnRGdESmx5bURBZ0FFQVhnd28yWldZbUFncDVTdHZWRVdMRmszN2VkbXlaVEFZREJnelpremFFQVVBS3BVS2ZmdjJCUUQ4K2VlZm1kNW1Ta29LMXExYjk4WS9HY2xPamkrKytDTGRNQWNBelpvMUE0QU12MDAxR28zbzM3OC9YK0J6MlpVclYzRGx5aFZJS2UrRmhJVHNVem9Qa1psZ0h6NFBzUStmZjdBUG4zdk1yUTl2N252b1RnTXY5bkQ0K3ZvcW5jVmlhTFZhZE9yVUNYUG56c1c2ZGV2dzFWZGZBUUMyYnQySzJOaFlmUDc1NTI5OFl3NE5EUVVBTkduU0pNUDc2OVdyQndBNGQrNWN0ak4rL1BISDJMeDVNM3IyN0luZXZYdWpaY3VXcnd3ekowK2VoQkFDZS9ic2VXVmdTdDBiZWVQR2pVeHZNN1BIM2Y5VGRuTkVSa2JpekprenVIYnRHbTdkdW9XYk4yOENlSEhNOXo4SklUTGNOdVdzMUJkL0ljUjJBRzgrRlN3UkFXQWZQcSt4RDUrNzJJZlBIOHl0RDIvV0E1MlVNa0lJd1QxMENtamZ2ajBXTFZxRURSczJvSGZ2M3RCb05GaTFhaFhzN096UXRtM2JOejcyOGVQSHNMS3lncjI5ZlliM0Z5NWNHTUNMUW05MmpSdzVFbzZPamxpK2ZEa21UNTZNdVhQbm9udjM3dWpac3lkVXFoYzdwbU5pWWlDbHhQcjE2MSs3bm95R281eVcxUnlQSGozQ045OThnK0RnWU5qWTJLQkNoUW9vVmFvVTZ0V3JoMHVYTG1WNFNRbHJhMnRZV1ZubFNuNTZJU1VsQllHQkw3N0VFMEw4cW5BY0lyUHhkeCsrNkpNblQxaWZ5Q1AvN01QLzg1SVJXZW5EVDVzMkRRRGc1ZVdGQmcwYTRNR0RCemgyN0JpQ2dvTFFzMmRQREJvMEtOczVseTVkaWpsejVxQlFvVUpwUi82RWhZVWhJaUlpM1VBWEdCaUlTWk1td2NyS0NnMGFORURCZ2dVUkZoYUdoUXNYNHZqeDQvamxsMS95NU11Q3JPYm8zNzgvNHVQam9kUHA0T1hsaFljUEgrTFFvVU1ZTm13WTVzeVo4MHA5QW5qUmh6OTE2aFI4ZlgxeDU4NmRkUGVsZHQvWHJWc0hqVWFEZHUzYTVlNFR6c2ZNclE5djFnTmRmSHg4cUsydHJURThQRnlWMGVGMWxIc2NIQnpRdW5WcnJGMjdGci8vL2pzS0Z5Nk1XN2R1b1d2WHJtODlxNUtkblIxaVkyUHgvUGx6Mk5uWnZYSi82a2x1VWdjNzRNVWVwdGNkV3BEUmRkTTBHZzIrL1BKTGRPM2FGZHUzYjhmaXhZc3hiOTQ4UEhqd0FDTkdqQUFBRkNoUUFIRnhjUWdLQ2tvYjhwU1ExUnlUSjA5R2NIQXcrdlRwZzE2OWVxVU5ha2FqRVN0V3JNandNZnkza2Z0T25qeUpCdzhlQUVERXFWT25ncFRPUTJSRzJJZlBRK3pEdnhuNzhHU09mWGl6N3RCRlJFUThCQkQwNE1FRFJFWkdLaDNING5UdDJoVXFsUXFiTm0xQ1lHQWdWQ29WT25mdS9OYkh1YnU3QTBqMzdVYzZ4NDRkQXdEb2RMcTAyK3p0N1pHVWxKVDZnVG5OcFV1WDNuaHN2NTJkSFRwMDZJREZpeGREQ0lGdDI3YWwzZmZlZSsvQmFEUWlMQ3pzclpselUxWnpIRGx5SkcxZ2ZYbXZXMDZkaWV4dEY0Mm5qS1dlTVU1S3VWcmhLRVRtaG4xNEJiQVBuekgyNGNrYysvQm12WWZ1YjFzQTFOdS9mei9lZSs4OXBiTllsTktsUzZOeDQ4Yll0MjhmaEJCbzBxUUpuSjJkMy9xNDFHUDNwMCtmRGxkWDEzU0hldHk2ZFF0ejU4NkZScU5KOTgxZzllclZjZXpZTWF4WnN3WURCdzRFOE9KRk55QWdJTU50QkFVRnBmdEcwTWJHQmtLSWRNZXZ0MjNiRnNlUEg4Zmt5Wk14Wjg2Y2ROLytTU2x4K1BCaFZLbFNCU1ZMbHN6OEx5VWJzcHBEcTlVaUlTRUJGeTllUk5XcVZRRzhlQVArNmFlZjNqbUxuWjBkbmo5L2pzZVBINmZiUTBwdjl2anhZK3pac3djQWtoTVNFaFlxbllmSXpMQVByd0QyNFRQR1BqeVpZeC9lN0FjNm85RzRXNjFXLzNqZ3dBSDA2OWRQNlRnV3AxdTNidGk3ZHkra2xPaldyVnVtSGxPM2JsMzA3ZHNYdi96eUM3cDI3UXB2YjI4NE96dmo0Y09IT0hyMEtBd0dBOGFPSFF0WFY5ZTB4M1RwMGdYSGpoM0RraVZMY1Bic1diaTR1Q0E0T0JqbHlwV0RyYTB0NHVQajAyMmpmLy8rcUZTcEV0emMzQ0NseE5HalIyRTBHdE5sOVBYMXhlSERoN0Y5KzNhMGFkTUczdDdlY0hSMFJGeGNIRTZmUG8wN2QrNWczYnAxdVQ3UVpUVkg4K2JOc1c3ZE92VHUzUnNOR3phRWxaVVZqaHc1QWg4Zm43UTMyT3lxV2JNbWpoMDdodjc5KzhQWjJSblRwMC9QaWFlWTcvMysrKytwaC83dU8zLysvSjIzTFU5RS84TSt2SExZaDg4NTdNUG5EK2JhaHpmN2dTNHNMQ3hFcjllZnZuRGhRczF6NTg2OXN0dWZjbGZObWpWUnMyWk5DQ0ZRbzBhTlREK3VUNTgrcUZtekpsYXRXb1V6Wjg3ZytQSGpLRktrQ0JvM2JvenUzYnUvc3JlMWZ2MzZtRHg1TWhZdFdvVFEwRkJjdm53WnpabzF3OENCQXpQOGRyQno1ODQ0Y09BQXRtL2ZEaXNySzFTcFVnVkRodzdGeHg5L25HNjVjZVBHb1hidDJ0aThlVE9DZzRPUm1KaUlRb1VLb1ZxMWFoZzhlREFxVnF5WXZWOU1GbVVsZ05IN2dnQUFJQUJKUkVGVWg3Ky9Qd29VS0lEZmYvOGQrL2J0UThtU0pkR3hZMGYwNnRVclV4ZUtmWk1SSTBaZzlPalJ1SGp4SXE4NWxFa3BLU2xwM1VVcFpjYTdqSW5vdGRpSFZ3Nzc4RG1IZmZqOGdYMTRCZW4xK3I1NnZWNk9IVHRXRWhIbHBiLysra3ZxOVhxcDArbFk1Q1hLSnAxT2QwU3YxOHZ6NTg4ci9VODZYOVByOWJKKy9mcnBicnQ1ODZhc1hidTIvT3l6eitTUUlVTms3ZHExNWUzYnQ5LzZ1RUdEQmttOVhpOTM3dHlaNGJaMjdOZ2g5WHE5SEQ5K2ZOcHRqUm8xa25xOVh0Ni9mei9kc2xGUlVWS3YxMHU5WHYvRy9MZHUzWktlbnA2eVFZTUdhYmQ5OWRWWFVxL1h5K0RnNERjK05qTXllcDZaWFM2ck9YeDhmS1MzdDdjMEdBenBibytJaU1ody9abk5scnFzajQ5UHBwYWw5RWFQSHAzNm5qNVc2ZGZGckREcms2S2tldjc4K1FZcFplTCsvZnNSR3h1cmRCeWkvMmZ2dnVPYXV0NC9nSDlPQ0VNUXJST29vcFNxU0pHUm16cFFxNmhZNjZ5REtrVzAxUEhWcXEydDFmYmIydFpKYTRjRFJWdEhXd1hjQWpMRTlYV0wxa0hDVkVDMGlpQ2lBZ3F5UXBMeit3T1RIMDVXa2t2Q2ViOWVlYjFpeGozUFJVanV1ZmM4ejZQM1VsTlRzV3paTW9qRllzeWNPUk5KU1VsOGg5Umc3ZGl4UTNWWGI1Wm1NRXdERkFFQUowNmM0RHVPUmtlVkQzL2x5aFhFeHNiV0toOGVBRmF1WFBsY0FZOVg1Y01EbFZVMFZhckxoNi9xWmZud1FPVVZyOXpjM0tkZVR5bkYyYk5uY2UvZXZXcjNwNzVxRzRleHNUSGtjdmxUUHp0TjVzT1hsWlhoNGNPSDlkNVdZNkxQK2ZCNnYrUVNxS3gyeVhIY2h1TGk0aS8rK3VzdmZQNzU1M3lIeERCNlJ5Nlg0OHlaTXdnSkNYa3FGKy9TcFV2dzgvUERXMis5aFVtVEptSEFnQUdzK2U4VG1abVp1SHo1TWdCQUpwTnQ1RGtjaHRGYkxCK2VYeXdmdnY1WVByeiswK2Q4ZUlPWTBBR0FRcUZZS1JBSVpvV0docHI2K2ZteENuME1VME1QSHo1RWRIUTB0bS9mcmo1NzJMUnBVN3ozM25zWVBIZ3dUcDQ4aVppWUdGeTVjZ1hmZlBNTldyWnNDUjhmSDR3Y09iTFI5NHhxM3J3NXpNek1VRlpXQmxOVFUzczhxZGJITUV6dHNIeDRmckY4ZU0xZytmRDZTOS96NFEwcXU1TGp1RlVBdnZEMjlzYUNCUXY0RG9kaEdyU01qQXpzM2JzWEVSRVI2bDUrSFRwMHdMaHg0ekJ1M0xpblNrT1hsNWRqLy83OTJMZHZIMjdjdUFHZ2NybkkwS0ZETVg3OGVEZzZPdkt5RHcxQlFFQUFnb0tDQUdDUFJDS1p3SGM4REtPdk9JNmJBZUNQRVNOR1lNbVNKWHlId3pCTUkzTHExQ25NbXpjUGxOSjBxVlRxd0hjOHRXVlFFenBYVjlkMkFvRWcxZGpZdU9uT25UdDFka2FHWWZTRlhDN0grZlBuc1gzN2RseTZkQWxBWmRXczd0Mjd3OGZIQjMzNzluMWxGUzFLS1M1ZXZJanQyN2VybDc0QWdLdXJLeVpPbkloKy9mbzF1dVdZT1RrNUdEVnFGSlJLWllWY0xyZFBURXpNNGpzbWh0RkhYYnQyYmRXa1NaUHNwazJibWtaSFJ6L1hjSmxoR0VaYlpzeVlnY3VYTDROU09sOHFsZXJkR3RXWGQ0elVRN201dVVVMk5qYkZsTktoNmVucEdEVnFGQ3Z4eWpBQUNnc0xFUjRlam0rLy9SYjc5dTNEblR0M1lHNXVqdUhEaDhQZjN4Kyt2cjdvMkxGanRYOHZoQkMwYjk4ZVE0Y094WWdSSXlDWHkzSDc5bTFrWm1iaTZOR2ppSWlJQUtVVUhUcDBlSzc1cTZHeXRMUkVkblkyMHRQVGpRUUNnVWxPVHM1QnZtTmlHSDMwNE1HRDB0ZGZmNzFsUlVXRnUxS3BSSzlldmZnT2lXR1lSaUF6TXhPclY2OEdBTWhrc25IMzc5L1h1M1dxaGpqYkVYSWNGd2ZBWmVIQ2hSZzdkaXpmOFRBTWIvNzk5MS9zMjdjUDRlSGhLQzh2QjFCWjBXek1tREg0NElNUDBMUnAwM3FQVVZwYWlyQ3dNSVNHaHVMV3JWc0FBQk1URTR3WU1RTGp4NDlINTg2ZDZ6MUdRNWVhbW9xSkV5ZUNVbnBmSnBPMVQwbEowYnN2QTRacENKNnN0TGx1WVdGaEdoVVZ4ZkxoR1liUnVrZVBIbUhZc0dHcXh1K3VFb2xFNy9MaERlb0szUk5LYTJ2ckJBQlQ0dVBqeVpBaFEyQnBhY2wzVEF5ak13cUZBaGN1WE1BdnYveUNsU3RYSWprNUdVcWxFbUt4R0Y5KytTVysrZVliaUVRaWRSUFQrakkyTm9hTGl3dkdqeCtQYnQyNm9hQ2dBSm1abWJoNjlTcjI3ZHVIdUxnNE5HL2VITzNidCtlMTZhczJ0V3JWQ3FkUG4wWmVYcDZGVUNoTXo4bkowYnN2QTRacENISnpjNHRVVitsa01objY5T25EZDBnTXd4ZzRNek16UEg3OEdBa0pDUURRS2ljblp4L2ZNZFdXSVY2aEF3Q0lSS0lWaEpDdm5aMmRzV1hMRmdpRkJsUFFrMkZlNlBIanh6aDA2QkNDZzRPUmxWV1p4bVZtWm9iQmd3ZGowcVJKVDVXTzFyYk16RXdFQndmajhPSERLQzR1QmdCWVcxdGo0c1NKR0Q1OE9KbzNiNjZ6V0hRbE1qSVNTNVlzQWFYMHBGUXFIY0IzUEF5anIxZytQTVBVVFdwcUt2YnUzWXY5Ky9lamUvZnVtRDE3TnB5ZG5ma09TeS9vZXo2OHdVN29uSnljVEV4TlRXTUJ2RDE1OG1UTW5UdVg3NUFZUml0dTM3Nk4wTkJRN051M1Q5M0R4OXJhR21QR2pNR0VDUk40dlVKZFhGeU0wTkJRaElXRjRmYnQyd0FBVTFOVGpCNDlHbDVlWGdaMW9GWlVWSVQzM25zUHBhV2xTa3JwbS9IeDhUZjVqb2xoOUpWSUpQcU1FQkxnNnVxS1AvLzhrK1hETTh4THZLeUhyQXJySVZ0eml4WXRVcldNQ0pSSUpKL3lIVTl0R1BRbkpNZHhuUUJJQ0NHV0FRRUJiT2tHWXpDVVNpVXVYNzZNSFR0MjRNeVpNK3JIM2R6Y01HSENCSGg2ZWphbzVZMUtwUkpuenB6QnpwMDduNnF1MmJOblQvajQrTURkM2IxQnhWdFh5NVl0dy83OSt3RmdzVVFpWVhYWEdhYnVXRDQ4dzd4Q1RYdklQbnIwQ0FCWUQ5a2EwT2Q4ZUlPZTBBR0FTQ1R5Sm9Uc2JOcTBLZjc2NnkrZExqdGpHRTByS1NuQjRjT0hFUklTZ3BzM2J3S292T0kxYU5BZytQcjZ3c0doNGJkTytmZmZmeEVjSEl3alI0Nm9yeWkyYTljT3ZyNitHRHAwcUY3bnZKNC9meDV6NXN3QkFJbEVJaEh6SFEvRDZET1JTT1FPSUxaWnMyWms1ODZkc0xHeDRUc2todUVkNnlHclBaUlMrUHI2SWpVMUZRQW1TU1NTRUw1anFpbURuOUFCQU1keC9nQyt0Ykd4d2JadDI5Q3FWU3UrUTJLWVdzbk96a1o0ZURqMjd0Mkx4NDhmQXdEYXRHbUQwYU5Idzl2Yld5OHJ3UlVWRldIdjNyMElEdy9IblR0M0FBQk5talRCMkxGak1XN2NPSFRzMkpIbkNHdFBKcFBCMDlNVHhjWEZWS2xVMnJObGx3eFRQeXdmbm1GWUQxbGQwdGQ4K0VZeG9RTkFSQ0xSSGtLSWw2T2pJN1pzMlFJek16TytZMktZVjZLVVFpS1JZUGZ1M1RoMjdKajZjV2RuWjR3ZlB4NURoZ3lCa1pIK0Y2cFZLcFU0ZnZ3NGR1M2FCYWxVcW42OGI5KysrUERERDlHelowKzl5cDlSTGJ1a2xQNGdsVXFYOFIwUHcrZ3psZy9QTkdhRmhZV0lpWWxCU0VnSWNuSnlBQURtNXVaNDk5MTNNV25TSk5qWjJkVjZtM2Z1M0VGUVVCQU9IVHFFb3FJaUFKVW5pQ2RPbklnUkkwYWdSWXNXbXR3RnZhT3YrZkQ2YzVSVVQrM2J0Mi9TcGsyYjA0U1F0L3YwNllPVksxZXlzeEZNZzFSV1ZvYWpSNDhpSkNRRUdSa1pBQ3I3dW5sNGVNRFgxeGRPVGs0OFI2ZzkxNjVkUTFCUUVJNGRPNmJ1bTllaFF3ZE1talFKUTRZTWdZV0ZCYzhSVmk4Mk5oYWZmZllaQUp5UlNDVDkrSTZIWWZRZHk0ZG5HaHZXUTVaZitwZ1AzMmdtZEFEZzVPUmtiV3BxZWhiQW0vMzc5OGN2di96Q2xtOHdEVVp1Ymk3Q3c4T3hlL2R1RkJZV0FxanNielpxMUNqNCtQaWdaY3VXUEVlb080V0ZoZGk1Y3ljaUlpS1FtNXNMQUxDd3NJQ1hseGZHamgyTDl1M2I4eHpoeXoxKy9CZ0RCdzZFUXFFb3k4L1BiM0h6NXMweXZtTmlHSDNIOHVFWlE2ZFFLSER4NGtYczJMRUQ1ODZkQTFDNXJKTGpPSHo0NFlmdzhQRFF5bW9WU2luT25UdUhIVHQyNE1LRkM2Q1VBZ0RFWWpGOGZYM1JwMDhmZzFnTlZCdjZtQS9mcUNaMEFPRGs1TlRCMU5UME5JQ09Bd2NPeEU4Ly9jUW1kUXl2RWhJU3NHdlhMaHc5ZWxUOVFlcm82SWp4NDhkajJMQmhqZnIzVTZGUTRPalJvOWk5ZXpjU0V5dDdkUk5DNE9IaEFXOXZiNGpGNGdhNUhIUDY5T21RU0NSUUtwWEQ0K1BqWS9pT2gyRU1BY3VIWnd3UjZ5SGI4T2hqUG56RE94TFNnVzdkdXIxcGJHeDhpaERTenRQVEV6LysrR09qTy92QThLdTh2QnpIang5SFNFaUlxcG9TakkyTjBhOWZQL2o2K3NMRnhZWG5DQnVlMU5SVUJBVUY0Y1NKRTVESktpc0oyOXZiWS9Ma3lmRDA5SHlxc2hmZmdvS0NFQkFRQUFEckpSTEpITDdqWVJnRHdmTGhHWVBCZXNnMmJQcVdEOThvSjNRQTRPTGk0bUJrWkhTS0VHTFZ2MzkvL1BqamoreUxnZEc2Ky9mdkl5SWlBanQzN3NURGh3OEJBQzFhdE1ESWtTUGg0K09ETm0zYThCeGh3MWRRVUlDZE8zY2lNaklTOSsvZkIxRFplOGZiMnh1alI0OXVFS1hOazVLUzRPZm5Cd0NYSlJKSmQ1N0RZUmlEd2ZMaEdYM0dlc2pxRDMzTGgyKzBFem9BNERqT2tWSjZoQkRTM3RYVkZXdldyRUd6WnMzNERvc3hRTW5KeWRpOWV6Y09IejRNaFVJQkFPalNwUXMrK09BRGpCdzVraDJRMUlGY0xzZWhRNGV3Wjg4ZXBLU2tBQUFFQWdFR0RScUVDUk1tUUNRUzhSWmJXVmtaK3ZYckI0VkNVU3FSU0pvQmtQTVdETU1ZR0pZUHorZ2Ixa05XLytoYlBueWpudEFCUUxkdTNXeE5URXlPQW5Dd3Q3ZkgrdlhyMGJadFc3N0RZZ3lBVENiRHFWT25FQklTZ3VUa1pBQ0FVQ2hFbno1OTRPdnJDNDdqZUk3UWNDUW5KeU00T0JpblRwMVNOMXJ0M0xrekprK2VqSUVEQi9KeTlYM1NwRW00Y3VVS0tLWGRwVkxwWlowSHdEQUdqT1hETS9xQTlaRFZiL3FVRDkvb0ozUUEwTFZyMTFaTm1qUTVTQWpwYm1WbGhjREF3RWF4UHBqUmpyeThQRVJHUm1MbnpwM0l5OHNEQURSdjNoekRody9IeElrVFlXMXR6WE9FaGlzdkx3ODdkdXhBWkdRazh2UHpBVlQrN0wyOXZmSCsrKy9EeXNwS1o3R3NYTGtTTzNic0FJQXZKQkxKR3AwTnpEQ05CTXVIWnhvaTFrTldQM3ZJdm9nKzVjUHI5MDlhZzF4Y1hDeU1qSXpDQ1NHRHpjM040ZS92ajM3OUd2eVNXYVlCdVhyMUt2YnMyWU9ZbUJqSTVaVXI3TjU4ODAxNGVYbmgvZmZmaDZtcEtjOFJOaDRWRlJVNGNPQUE5dXpaZzdTME5BQ0FrWkVSM24zM1hVeVlNQUhPenM1YWorSFFvVU5ZdUhBaEtLWEJVcWwwc3RZSFpKaEdpT1hETXcwRjZ5R3IzejFrWDBTZjh1SFpoTzVweGlLUmFBTWhaQm9oQkxObXpjTEhIMytzOTJjWUdPMlJ5K1U0YytZTWdvT0RrWkNRQUtCeTR1RHU3bzZKRXllaWUvZnU3UGVIUjVSU0pDUWtJRGc0R0dmT25GSG5Mem82T21MeTVNbnc4UENBaVltSlZzWk9TVW5CNU1tVEFlQ3NSQ0o1Unl1RE1BekQ4dUVaWHJFZXN2OVBuM3ZJdm9nKzVjT3pJODBYNERodURvQlZBSXdIRFJxRXhZc1h3OXpjbk8rd21BYms0Y09IaUlxS3d2YnQyOVdWRmkwdExURjA2RkQ0K3ZxaVhidDJQRWZJUE92ZXZYc0lDUW5CZ1FNSDFCVkdXN1pzaVE4Ly9CQ2pSbzFDNjlhdE5UcGVRVUVCUEQwOVFTbk5ra3FsdGhyZE9NTXdUMkg1OEl5dXNSNnlMNmV2UFdSZlJGL3k0ZlhqcDhrRGp1TUdBdGdEb0ZXblRwM3c2Nisvb2tPSERueUh4ZkFzSXlNRGUvYnNRV1JrcExyNGhwMmRIY2FORzRleFk4ZXlwVDU2b0x5OEhGRlJVZGk3ZDY5NldZeFFLTVRRb1VNeFljSUVPRG82YW1RY1Npa0dEQmlBd3NKQ1pVRkJnVVZEcjVERk1QcU81Y016MnNaNnlOYWVQdldRZlJGOXlZZG5FN3BYY0hGeGVjUEl5Q2lLRU9MVXBFa1RmUGZkZDNqdnZmZjREb3Zod2VYTGw3RjU4Mlpjdmx4NWNrWWdFS0JIang2WU9IRWkzTjNkOWVaTUUvUC9LS1dJaTR0RFNFZ0lZbU5qb1ZRcUFWUW1ydi9uUC85Qjc5Njk2ejNHeHg5L3JEbzc2U3FSU0JMcnZVR0dZVjZKNWNNejJzQjZ5TmFmUHZTUWZSRjl5WWRuUjZIVmNIRnhzUkFLaFg4QThBV0FVYU5HWWNHQ0JXd0paaVBUdDI5ZmxKYVd3c0xDQWtPR0RNR2tTWk1hNVJYYjNOeGN6Smd4QTJGaFlTOXNKcXBLSUQ1Ly9yeldjdE8wSVNjbkJ5RWhJWWlKaVVGaFlTSE16TXdRR3h0YjcrMSsrKzIzT0h6NE1DaWx3NlJTNlVFTmhNb3dUUFZZUGp5akVheUhyT1kxNUI2eUw2SXYrZkNHMmQ1ZGd4SVRFNHNsRXNra0FCOVRTaDlIUmtiQzE5Y1gxNjVkNHpzMFJvZUdEeDhPQU9BNERnc1hMbXlVa3prQXNMS3l3djc5KzE4NG1kTm5OalkyV0xCZ0FRWU1HQUFBNk5PbmowYTJxOHJMVXlxVnJGY0Z3K2hPaFZRcW5RN2dVMHBweGZyMTYvSDExMStqcEtTRTc3Z1lQU0NUeVhEMDZGRjg5TkZIK09pamp4QVRFd05DQ1ByMzc0L05temRqNTg2ZEdEdDJMSnZNMVpGUUtNU0lFU01RRkJTRWJkdTJ3ZFBURTBaR1JqaDY5Q2ltVFpzR2IyOXZ4TVRFb0t5c1lXUXB2UDc2NndBQVNxa2R2NUc4R2p0ZFZRc3VMaTRPUXFGd0x3Qm5FeE1UZlBIRkYvRHk4aks0ZzF2bWVmZnUzY1A3Nzc4UG1VeUc0T0JndlBYV1czeUgxQ0RwNnhVNkFQajMzMy9oNWVVRlkyTmo3TjI3RjdhMjlhOWpzbTNiTnF4ZHV4YUVrRy9qNHVKKzBrQ1lETVBVQXN1SFoycUs5WkRsVDBQcUlmc3NmY21IWnpPUldraE1URXpMejgvdlFTbmRJcFBKOFBQUFAyUG16Sm5JeXNyaU96Ukd5OXEyYlF0ZlgxOEF3Sm8xdGMrSlRVcEtnbGdzeG9VTEYrRGo0NE5ldlhwaC9Qanh1SHIxcXZvMUZSVVYyTEJoQTBhTUdJR2VQWHRpMkxCaDJMeDVzenEzcXliYmVOWFlrWkdSR0Rod0lINzc3VGNBbFdjaGYvbmxGd3dZTUFCOSsvYkZ0OTkraThlUEg2dmZ0MnZYTHJ6NzdydHdkM2RYdjBlMUxkV1o3c0xDUWl4WXNBQzllL2ZHaUJFamNPSENoYWZHZnRVWU5ka2ZwVktKclZ1M1l0U29VZXFmaWVyNTZ1S3ZyZlhyMXdNQVJvd1lvWkhKSEZDWll3RUFsRkwrdm8wWXBoR1RTQ1RINVhKNWQwcHBTa1pHQm54OGZIRG8wQ0crdzJJYWtLdFhyMkxKa2lVWU5td1lBZ01Ea1plWGh6ZmZmQk5mZi8wMURoNDhpQysvL0pKTjVyU3NWYXRXK1BUVFR4RVRFNFB2di84ZURnNE9lUFRvRVRadTNJaVJJMGZpdSsrK1ExSlNFaSt4RVVMd3hodHZnQkFpYU5teVpSZGVncWdCTnFHcnBaczNiNVpKcGRMcFNxVnlESUNjdUxnNFRKZ3dBV0ZoWWVxeXRZeGg4dlgxaGFXbEplTGk0bkQrL1BrNmJTTXNMQXhyMTY3RmtTTkhZRzF0aldYTGxxbWY4L2YzeDhtVEo3RnExU3JFeHNaaXhZb1ZDQThQeDhhTkcydThqVmU1Y09FQ29xS2lNSFBtVEFEQTh1WExrWnFhaWwyN2RpRTZPaG9GQlFWWXVYSWxBQ0FyS3d1Ly92b3JsaTlmam1QSGptSG8wS0V2M09haVJZdnc2TkVqUkVaR1l1dldyYy85WEY0MVJrMzJaL1hxMVFnTEM4T3laY3NRR3h1THdNQkF2UGJhYXpYZWRrMGxKU1hoeElrVGFOS2tDVDc1NUpNNmJlTkZxbFE5YmRobHZCakdnQ1VtSnY2clVDaDZBZ2dwTFMzRndvVUxzV1RKRXJZRXN4R1R5K1U0Y2VJRXBreVpBbDlmWDBSR1JvSlNpcjU5KytMMzMzL0g3dDI3TVg3OGVKaWFtdklkYXFOaWJHeU0wYU5IWS92Mjdmanp6ei9oNGVFQkFEaDQ4Q0Q4L1B6ZzYrdUxJMGVPcUt0bDZvcXFZQXVsbFBXa01rVE96czR0T0k3YnpYRWM1VGlPenB3NWs5NjVjNGN5aGlzNE9KaHlIRWQ5Zkh5b1VxbXM4ZnNTRXhNcHgzRTBNek5UL1Zoc2JDd1ZpOFZVb1ZEUWdvSUNLaGFMYVh4OC9GUHZpNGlJb0o2ZW5qWGFSblZqcDZhbXFoL0x6OCtuWXJHWXBxV2xxUjg3ZS9Zc2ZlZWRkeWlsbE42OWU1ZUt4V0lhRVJIeHdtMFZGeGZUdkx3OHluRWNUVWxKVVQ5Lzd0dzV5bkVjTFM4dnIzYU02dmFuc0xDUWR1L2VuVjY2ZE9tNWZhcHUyN1doVkNycDlPblRLY2R4ZE0yYU5iVisvNnNjUDM2Y2NoeEgzZHpjL3VMNzg0cGhHSURqT0QrUlNGVEVjUndkTTJZTVRVOVAxK2pmUE5Pd0ZSUVUwS0NnSURwa3lCQ3FPbmJyMzc4L1hiRmlCYzNLeXVJN1BPWUZjbk56NmNxVksrbkFnUVBWLzJlZW5wNzB6ei8vcFBmdjM5ZEpEQ3RYcnFRY3gxRlhWOWVQK2Y0TWU1bkcyL1ZRQTVLU2tnb0FUQkNKUkhzQkJGNjhlTkZxL1BqeFdMRmloY2FLS2pBTnk3aHg0eEFjSEl6VTFGUWNQbnk0MW0wc1dyVnFwYjV2YVdrSlNpbmtjamx5Y25KQUtYMnVaMUtIRGgyUW41K3ZYbmI1cW0wWUdSbWhSNDhlNnVkNjlPaUIzMy8vWGYzdjl1M2JxKy9mdlhzWGxGSjgrT0dIejhWWVVWRUJLeXNyTEZ1MkRBRUJBUWdKQ2NFMzMzenpYT1dwM054Y2RZd3FUWnMycmZFWTFlMVBkblkyRkFvRkhCd2NubnQvZGR1dVRiTDZQLy84ZzdpNE9MejIybXVZTm0xYWpkOVhFNnJHc2dLQmdHWFBNMHdESUpGSXRycTR1SndYQ29WN2I5MjY1VHg1OG1TV0Q5OElzQjZ5K3F0dDI3YVlOMjhlWnMrZS9WUVAyZlhyMTJQanhvMGE3eUg3SXFyakZLRlEyR0RYM3JJSm5RWklwZEo5WGJ0MlBXRnVicjYzcEtSa1FGUlVGSnZRR2FnbVRacGc5dXpaV0xKa0NUWnUzQWhQVDAvMVFYdDlxSHJZM0xwMUM5MjZkVk0vbnBXVkJTc3JxeG9kYUJnWkdTRXVMdTZsejFjdDJkMnlaVXNBd0lFREIxNmFHekIwNkZCNGVucGk3ZHExK09xcnIzRDA2TkdubmxkTjN1N2R1NmUrcjVyazFYU01WMUhsbjJWbVpzTEp5ZW1wNStxN2JSV0ZRb0cxYTljQ3FGeFNhMkZoVWVkdHZVaVYzdzM5cWhERE1BWXNNVEV4emM3T3JrZUxGaTNXeVdTeWFULy8vRFArOTcvLzRZY2ZmbmpxeEJlai8xN1VRN1pYcjE2c2g2d2VNalUxaFplWEY4YU5HL2RVRDltb3FDaEVSVVZwdElmc3MvUWhINTZkanRLUTFOVFVQS1ZTR1FCQTUydDdHZDBhTm13WWJHMXRrWm1aaWREUVVJMXNzM1hyMWhnMGFCRDgvZjF4N2RvMUtCUUtKQ2NuNDQ4Ly9sRDFQOUVvS3lzcmNCeUgzMzc3RGJtNXVWQW9GRWhQVDhmRml4Y0JWUFpsaTQrUEJ5RUV0cmEya01sa3orV0kydHJhd3Q3ZUh1dldyVU5oWVNHeXM3TVJGQlJVNHpGcUVtTy9mdjNnNysrUDlQUjBLQlFLcEtXbElUczd1OTdiVmpsMjdCalMwOU5oWldXbExucWpTYXErUlpSU2hjWTN6akJNbmJGOCtNYmg4ODgveCtYTGwyRmhZWUd4WThjaU5EUVU2OWV2UisvZXZXczFtUk9MeGVvYlU2bHFrYlJuQzZacEV5RUViNy85TnRhc1dZUEl5RWg0ZTN1aldiTm1TRXBLd29JRkM3UXlwajdrdzdNSm5RWUpCSUl5QUNndkwrYzdGRWFMaEVJaFB2dnNNd0RBMzMvL3JiRmVLVXVYTG9WWUxNYnMyYlBoN3U2T0gzNzRBWDUrZnZEMjl0Ykk5cC8xODg4L1F5QVF3TXZMQzMzNjlNSGl4WXZWQnpJS2hRSkxseTVGbno1OXNHdlhMaXhmdnZ5RlgzNHJWcXpBZ3djUE1IandZSHo5OWRjWU8zWnNqY2VvQ1g5L2Z6ZzdPMlBXckZubzI3Y3ZGaTllclA3N3F1KzJaVElaMXExYkJ3Q1lPbldxVm5vS1Zma3NZTlVYR0tZQmlvK1AzMTlSVWVFRVlFOVpXUm44L2YweGE5WXM1T1RrOEIwYW93R2E2aUc3ZGV0V0FLaHpRVFJHTzdUVlEvWlpxdU1EcFZMSjBpY2FBNUZJMUovak9EcHQyalNkSkdreS9GRXFsWFRpeEltVTR6aTZjZU5HdnNOaDZtRGZ2bjJVNHpnNmR1ellXaFc0cVkzbzZHaFZFdmM2dmorZkdJWjVOWkZJNUNVU2llNXlIRWY3OXUxTHo1NDlxNVhQQlVaM2NuTnphYTlldlo0cjRGVmJxaUplNWVYbEdveE92MVV0a2xiMXZxN2R1SEdEY2h4SGUvYnMrVlNSTlUwNmZmcTA2cnM4bU8vUHFaZGhWK2cwU0tGUWxBRnN5V1ZqUUFqQjNMbHpBUUE3ZHV4QVlXRWh6eEV4dFZGY1hLd3VHRE5yMWl5dDVWR3dLM1FNb3ora1V1bSswdEpTSndBblNrcEtFQlVWeFhkSVREM1Z0NGZzeTZpV0dFWkZSZUhkZDkvRmtDRkRjUEhpUld6ZnZoMERCZ3pBNE1HRGNmcjA2VHEvdHVyU1JkVmpNcG1zUnYxYmE5dWpWWmY5WGwrMmovV2hqUjZ5ejlLSGZIZzJvZE1nSXlPaklnRDEvbVZuOUVQMzd0M1JzMmRQRkJVVllmUG16WHlIdzlUQ25qMTdVRkJRZ0c3ZHVtSFFvRUZhR3ljL1B4OEFvRlFxNzJ0dEVJWmhOSWJsd3hzZVRmU1FmWm1NakF6czM3OGZ2WHIxd3NLRkMzSHIxaTBjT0hBQUhoNGVXTFZxVloxZlc1MVg5Vyt0Ylk5V1hmVjcxUVp0OVpCOWxqN2t3N01KblFiSlpMSzdBUERnd1FPK1EyRjA1Tk5QUHdVaEJLR2hvYmgvbngyejY0T0NnZ0w4K2VlZklJUmd6cHc1V2gzcjd0MjdxcnUzdERvUXd6QWF3L0xoRFV2ejVzM1ZMV2tDQXdNMVd2Um13b1FKTURjM3g3Qmh3NUNmbnc4L1B6K1ltNXRqeUpBaHVIMzd0bm9pVU52WFZtZk9uRGxvM2JvMW1qVnJCbTl2YjZTbnAwT3BWS0tnb0FBeE1USDQ3My8vQ3lzcks3ejIybXZ3OWZYRnNXUEhYcmlkb3FJaTdONjlHei84OEFOY1hWMGhGQXBoYjI4UEd4dWJXbStyT3U3dTdoQ0x4ZkR6OHdNQXZQUE9PeENMeFhVdVNFWXBWZWZCZi9EQkIwKzFRTkkwZlZodHc5b1dhRkJLU2tvK3gzR2xqeDgvYmxKYVdvb21UUnBzTVJ4R1F4d2RIVEY0OEdBY09YSUVnWUdCV0xKa0NkOGhNZFVJQ2dwQ2FXa3BldlhxaGU3ZHUydDFyRHQzN2dBQUtLVnNRc2N3ZW9KU1drWUlZVmZvREVoOWU4aStqT3BLbHJtNU9ZREtpdFZBWllsOUFFOU4wbXJ6MnVxOHJIOXJiWHUwMXFmZmEyMnBybzRtSlNYQno4OFBaODZjVWY4czZrS2JQV1NmcFNwK1J3Z3AxZXBBOWNDdTBHbmVMZUQvRCtRWXd6ZHo1a3dZR1JuaDRNR0R1SG56SnQvaE1LK1FrNU9ESFR0MlFDQVFxQ3VWYXBQcWMwQ2hVTEFKSGNQb0NaWVBiM2hVUFdRQllPUEdqWkRMNVR4SDlHSW1KcFVwV2xXclo5Y21qYWRxajlhNHVMaW5iaStxNUZ5MTMydDl0NlZMMnU0aCt5eDl1RUxISm5TYWR4TmdFN3JHcEdQSGpoZzNidHhUSHpCMXdmcmNQRS9UZlc0MmI5NE11VnlPUVlNR3ZmQ01wQ2FWbFpVaEt5c0xBSXFTazVOenEzczl3ekFOQTh1SE4wemE2Q0dyYVhaMmRqQTNOMGQwZERTQXlvbEVjSEROQ3l2V3RrZXJMdnE5YW9PMmU4ZytTeC95NGRtRVRzTW9wU2tBa0phV3huY29qQTVObVRJRnBxYW1PSFhxRkpLVGsrdTBEZGJuUnJ0dTNMaUJpSWdJR0JzYmF6MTNEZ0J1M2JvRlNpa29wYWxhSDR4aEdJMWgrZkNHcVQ0OVpGVjVYKzd1N3RvSVRjM1UxQlQrL3Y3WXQyOGZSbzBhaFZtelpxRjM3OTYxMmtadGU3UnFzOS9yaXpnN095TXVMcTdPeXkxMTBVUDJXU3dmdmhGeWRYWDE1VGlPZnZYVlYxcnBoY0UwWEJzMmJLRDE2VVBJK3R3OFQ1TjlidWJObTBjNWpxUExseS9YY0pRdmR1alFJY3B4SEJXSlJFRjhmeTR4REZNN0hNZVZjQnhIUzBwS2RQSjV3ZWdHNnlHci8zVFJRL1pabjN6eUNlVTRqcnE2dXZiZys3UHBaZGdWT3MxTEFTcXZCakNOeThTSkU5RzBhVk5JSkJLY08zZXUzdHRqZlc0MEp6RXhFU2RQbm9TNXVibFdTeHRYbFo2ZURnQ2dsQ2JxWkVDR1lUU0o1Y01iSU5aRFZyL3Bxb2Zzcy9RaEg1NU42RFFzTHk4dkZZQThNek96VGxXQUdQM1ZyRmt6ekpneEE0Qm1TeU96UGpmMVE1OHBiYXhLOU5hMktwUDZVem9aa0dFWVRib0pzQW1kSVdJOVpQV1hybnJJVnFVditmQnNRcWRoV1ZsWnBRQ1M1SEk1RWhQWmlmbkdadXpZc1dqVHBnM1MwdEp3Nk5BaGpXeVQ5Ym1wbi9QbnowTWlrZWlrdExIS3c0Y1BrWjZlRGtwcFFYeDgvR1dkRE1vd2pNWlFsZzl2MEZnUFdmMmp5eDZ5VmVsTFBqeWIwR2tCcGZRQUFQVVNONmJ4TURNenc2eFpzd0JvcmpSeVErNXpvNnJLK2Rsbm42RzR1UGlGVjZWcjJ1ZW1KdHVxcmFxVlJ5ZFBubHl2bmplMWtaU1VwTHI3RHdETmRiRmxHRVlubEVwbFBBREhSRGd0QUFBZ0FFbEVRVlJjdTNhTjcxQVlMVkQxa0MwdkwwZGdZQ0RmNFRBMW9Pb2gyN05uVDYzM2tLMnFTanNxTnFGcmJDaWx4d0JBSXBId0hRckRnMkhEaHFGRGh3NjRmZnMyOXUzYngzYzR6MmxNZlc3Kzk3Ly80ZHExYTdDMnRzYkVpUlBydmIyYVlzc3RHVWJ2c1h4NEE4ZDZ5T29QWGZlUXJVcGY4dUhaaEU0TEhqeDRjQUZBV1dwcUtvcUtpdmdPaDlFeG9WQ29UcnF1Yldsa1hXZ3NmVzdLeTh2VnVYUFRwazJEVUNpczl6WnJvcUtpQW9jT0hRS2xWRWtwM2EyVFFSbUcwU2lXRDIvNE5OVkRWaGVxRmk1cmpIVFpRL1paK25LQ2xrM290T0JKSHQzL2xFb2xqaDgvem5jNERBLzY5KzhQSnljblBIandBTnUyYmF2UmUxaWZHODMxdVFHQXFLZ281T1RrNEkwMzNzRG8wYVBydmIyYWtrcWxxc3Bwa3ZqNCtKczZHNWhoR0kxaCtmQ05neVo2eU5aSFptWW14b3dadzl0RWplL3hhMExYUFdTcll2bndERVFpMFljY3g5RVpNMmJvcEVjRzAvQmN1blNKY2h4SCsvZnZUeDg5ZXNSM09JM0s0OGVQNmNDQkF5bkhjZlRZc1dNNkhYdlpzbVdVNHpqS2NkeEN2aitIR0lhcE81Rkl0SXpqT0xwcTFTcWRmb1l3dWxYZkhyTDFVZFArczlycVU2c1AvVzkxM1VPMnF0T25UNnY2eWNidy9YbFVIWGFGVGt0S1NrcWlBWlRFeGNVaEx5K1A3M0FZSHJ6OTl0dHdkM2RIVVZFUk5tN2N5SGM0amNydTNidng4T0ZET0RzN1krREFnVG9iOTlHalJ6aHc0QUFBVk1oa010WlFuR0gwR0dYNThJMkNwbnZJMWtiVmxUbGlzVmo5ZUdGaElSWXNXSURldlh0anhJZ1J1SERoZ3ZxNTJ2U2RCWUNMRnkvQ3g4Y0hQWHYyeE1pUkkzSCsvUGxxeDYrb3FNQ0dEUnN3WXNRSWRlL1l6WnMzUTZsVWF1a244V0o4OUpDdFNsK1dXd0pzUXFjMWFXbHBSVXFsY3JkU3FVUkVSQVRmNFRBOFVTMFBDQThQeDcxNzkzaU9wbkhJejgvSFgzLzlCYUN5TkxVdXhjVEVxSmF1SEVsT1RyNnQwOEVaaHRFb2xnL2ZPR2lyaDJ4TmJOMjZGVUJsZTUyNHVEajE0NHNXTGNLalI0OFFHUm1KclZ1M1BqVUpVNmxwMzluaTRtSjg5OTEzT0hQbUREdzhQUERUVHo5Vk83Ni92ejlPbmp5SlZhdFdJVFkyRml0V3JFQjRlTGhPVDA1VG5ucklxdWhiUGp5YjBHa1JwVFFZQUtLam8zVitWb05wR0xwMjdZcjMzbnVQbFViV0lWVnA0MmZQT0dxYlhDN0g5dTNiQVFDVTBqVTZHNWhoR0sxZytmQ05oelo2eU5aVmZuNCtUcDgramM4Ly94eXRXN2RHNjlhdFg5aER0YVo5WndjTUdBQjdlM3RjdjM0ZFRaczJSWFoyOWl0YktqMTgrQkRSMGRGWXVIQWh1blRwQXFGUUNCY1hGOHljT1JOaFlXRmEyKzluOGRGRHRpcDl5NGRuRXpvdFNraElPRWtwVGJsMTZ4YjdNbWpFV0dsazNWR1ZOall5TXRKNWFlTmp4NDRoSnljSGxOSXJVcW4wZnpvZG5HRVlyYUNVN2dDQWd3Y1A4aDBLbzBYYTZDRmJWN201dVFDQURoMDZxQjlyMnJUcGM2K3JhZC9aZGV2V1llVElrZGl5WlF0dTNib0ZBSys4eVBEa2V3ejI5dlpQUGQ2aFF3Zms1K2ZyNUFJRlh6MWtxenB5NUFnQWdCQ3lYK2VEMTRGdTZuZzNYaFNBUDRBZFFVRkI4UFQwNURzZWhnZTJ0cmJ3OHZMQzd0MjdFUkFRZ05XclYvTWRrc0hhdEdrVEZBb0YzbjMzWFhUcDBrVm40OHBrTXZVVldFcnBMem9ibU5GTGRuWjJacTFhdGJLamxOcFJTdCtnbExZVENBUXRBRFNubERZRDBBeEE4eWMzRXdER0FJU0VFR05LcVFraFJBaEFRQ210QUZBQm9JSVFVZ0dnNHNsamp3RThBdkNJRUZLb3VrOHB2VXNJdVNtWHkyOHFGSXFiS1NrcCticmZlLzFTVWxJU2JXRmhVUklYRjJlZWw1ZUhWcTFhOFIwU295WERoZzNEMzMvL2pjek1UT3pidHcvZTN0Njh4S0dhdk4yN2QwOTlYelhKcTYyc3JDeHMzYm9WZS9mdWhiMjlQYzZmUDQvRGh3Ky84ajF0MnJRQkFOeTZkUXZkdW5WN2FsdFdWbFlRQ0xSL0xZaXZIcklxK3BnUHp5WjBXaWFUeVVKTlRFeXlVMUpTMnNYRnhlbDBDUmpUY0V5Wk1nVVJFUkU0ZmZvMGtwS1M0T3pzekhkSUJ1ZjY5ZXVJakl5RWlZbUp6blBub3FPamNlZk9IUUJJam8rUHIxbWZDc2FnT1RnNFdEWnAwc1NGRU9KQ0NPbEdLYlVIWUVzSXNRYlFTcFduUXdnQklVVDl2cXIzWCtTWjE1cWdjc0pYby9lcm5oTUtoUkFLaGVBNHJwaFNta01JdVFQZ0JxVTBGVUNpVXFsTVRFaEl5SzdWRGh1b3RMUzBJamMzdDkwQVBvNklpTUNVS1ZQNERvblJFbFVQMlMrLy9CSi8vLzAzUm84ZURUTXpNNjJPMmF4Wk13QkFmSHc4dW5idGltYk5tc0hXMWhiMjl2Wll0MjRkbGl4WmdxS2lJZ1FGMVcxT29iclNtSk9UZzlhdFcyUG56cDNWanQrNmRXc01HalFJL3Y3K1dMcDBLZXp0N1hIMTZsWDg4Y2NmbUR4NWNqMzJ0bWI0NmlGYmxUN213N01KblphbHBLVElSQ0xSY2dDL0J3UUVZTnUyYmRWK1lUT0dwM1hyMXBnOGVUSTJiZHFFZ0lBQWJONjhtZjBlYUJDbEZPdlhyd2NBakJ3NUVxKy8vcnJPeG43MDZCRTJiTmdBQUZBcWxkL3JiR0Ntd1hCeGNXa3ZFQWc4Q1NFREFIUUZZRWNJYVZ2MU5WWC8zaTBzTE5DK2ZYdTBhOWNPN2R1M2g0Mk5EWm8xYXdaemMzTTBhZElFNXVibTZwdXhzVEdNakl5ZXV4RkNvRkFvbnJySjVYSW9GQXFVbHBhaXBLUUVKU1VsNnZ2RnhjWEl6YzFGZG5ZMnNyS3lrSldWaGJ5OFBBdENTQ2NBblFEMFU4Vm9aR1FFanVPS0tLV1poSkIwQU9jVkNzWC9FaElTNGxHNThxUlJlWklQLzNGMGREVDgvUHgwY29XQzRZZXFoMnhLU2dxMmJkdW1McGFpTFIwN2RzVFlzV014ZCs1Y05HM2FGRWVQSGdVQXJGaXhBb3NYTDhiZ3dZUFJ1WE5uZUhsNUlTVWxwZGJidDdPemc3ZTNOeFlzV0lDMmJkdkMyOXNic2JHeDFZNi9kT2xTQkFZR1l2YnMyWGo0OENIYXQyOFBQejgvZUhsNWFXYkhYNEd2SHJJcStwb1B6NDRvZGNESnljbkV4TVFraFJEU2FlblNwUmcrZkRqZklURThLQ29xd3NpUkkxRlVWSVMxYTllaVQ1OCtmSWRrTUJJU0VqQmx5aFJZV0ZnZ01qSlNuVnVnQzh1WEwwZDRlRGdBbkpGSUpQMTBOakRERndISGNYMEFqS09VdWhGQ0hBQllQL3VpVnExYW9XdlhydWphdFN2czdlMWhiVzJOTm0zYW9FV0xGcnprZzd4SVJVVUZDZ29La0orZmo5emNYTnk2ZFF1cHFhbElUVTFGWm1ibWM5WCtLS1dQbjB6d3JsSktvd1VDUVdSY1hGd0pQOUhyRkJHSlJFbUVFS2VmZi82WnBVOFl1TXVYTDJQR2pCbXd0TFJFWkdTaytpb1dvMzNGeGNVWU5Xb1VIajU4aUY5Ly9WV25iWWRVRGg4K2pHKy8vVmFWRCsrazh3RHFpRjJoMDRHVWxCU1ptNXZiWEVMSWdRMGJOc0RUMDFPZHRNbzBIcGFXbHZqUGYvNkRsU3RYSWpBd0VMMTc5MlpYNlRTZ2Ftbmo4ZVBINjNReWQvbnlaZFZrcmtTaFVPaStEQmVqRTJLeCtFMkZRakZCSUJBTXBKU0tBYndHL1A5VnR3NGRPcUI3OSs0UWlVU3dzN05EKy9idFlXbHB5V2ZJTldKc2JJeTJiZHVpYmR1MjZOcTE2MVBQeVdReTVPVGs0T2JObTBoSlNjR2xTNWVRbkp6Y1ZLbFVjZ0E0UXNoRVNta0Z4M0dKbE5KekFQWkpwZEt6QUF5eHBEUExoMjlFVkQxa3o1OC9qNDBiTjJMQmdnVjhoOVJvOE5WRFZrV2Y4K0haMGFRT2lVU2lJNFNRd2I2K3Z2amlpeS80RG9maFFWbFpHVWFQSG8zNzkrK0RYYTNWak5qWVdIejIyV2Q0N2JYWEVCMGRqU1pObXVoazNNTENRdmo2K2lJN094dVUwa1ZTcVhTcFRnWm1kTUxOemMwTndDY0NnY0FUZ0xyY20wQWdnRmdzeHNDQkErSG82SWlPSFRzMm1qUDRNcGtNdDIvZlJrWkdCczZlUFlzVEowNmd0TFJVL1R5bHRBREFHUURCVXFrMEFwVUZXd3pDazVVMk53Z2g3VFp0MnNUeTRRMWNhbW9xSms2Y0NGTlRVK3pmdng5dDI3YXQvazFNdmVUbjUyUFVxRkVvTFMwRlgzOWpZV0ZoOFBmM0I0QmtpVVNpVjhVTzJJUk9oOXpjM0RvTEJJSjRnVUJndm5uelpsUWVMekNOVFhSME5CWXRXb1QyN2Rzak5EU1VsNFJmUTZGUUtPRGo0NE9NakF6TW5UdFhKd25iUUdYSjU2KysrZ29uVHB3QUFLbEVJdWtPUUtHVHdSbXRjWFYxRlJrWkdjMmdsTDVMQ0hsRDlYaVhMbDNnNmVrSmtVaUVybDI3TnBnbGszeFRLQlM0Y2VNR1VsSlNjT0xFQ1p3L2YxNWRLcDFTV2lBUUNFN0w1Zkp0Q1FrSlVRRDRxd092SVNLUmFDWWg1SGNuSnllV0Q5OElMRnk0RUljT0hjTHc0Y094ZENrN1g2ZHRhOWFzUVhCd01OemQzWG5wMi92bzBTT01HemNPQlFVRlVDcVZZK0xqNC9XaVhZRUsrelRTTVk3alpnRDRvMzM3OXRpMWE1Zk9yaVl3RFlkQ29jRDQ4ZU54OCtaTnpKOC9IeDkrK0NIZkllbXRRNGNPWWVIQ2hiQ3hzVUY0ZURpTWpZMTFNbTVRVUJBQ0FnSkFLYzFYS0JSdkp5WW0vcXVUZ1JtTjY5U3BrNm1scGVWL0NDSFRBTGlvSG4vcnJiY3dac3dZOU96WkUrM2F0ZU14UXYxUldGZ0lxVlNLUTRjTzRmang0MVY3ZWQybGxPNHRLeXY3NmVyVnF6bDh4bGdmTEIrK2NibDkremJHalJzSFNpbjI3dDBMT3pzN3ZrTXlXRGs1T1hqLy9mY0JBQ0VoSVRwdE82U2k3L253Um53SDBOams1T1JJYkd4c2VoVVdGbmE2ZCs4ZVBEdzgyRm0rUmtZZ0VNRGEyaHFIRHg5R2VubzZ2THk4ZERZUk1TVGw1ZVdZUDM4K0hqOStqSG56NXVHdHQ5N1N5YmhuejU3RmtpVkxBRUJCQ1Brd1BqNytnazRHWmpUS3pjMnRzNDJOelVZek03UGZDU0ZqQUZoMTZkSUZYMy85TmViUG53OWZYMTg0T2pvMm11V1VtbUJxYWdvN096dDRlbnBpNHNTSjZOMjdOeW9xS25EOSt2V21BSG9hR3h2UHRiYTJIbXB0YloxMzkrN2ROTDdqcmEzNzkrOHJySzJ0cnhOQ0psNjllaFZlWGw1c2hZVUJhOTY4T1FvS0NwQ2NuSXk3ZCsvaXZmZmU0enNrZzdWcTFTcWtwcVppOE9EQm1EQmhnczdIdjN6NU1uNzk5VmVnTWg5K2VHNXVicDdPZzZnbk5xSGpRZHUyYlU4SUJBS2Y5UFQwcHMyYU5XTTl5Um9oT3pzN25EdDNEamR2M29TUmtSSGVmdnR0dmtQU08yRmhZVGgwNkJEczdlM3gzWGZmNmVURWlGUXF4ZHk1YzZGUUtFQXBYU0tWU2pkcmZWQkdvMXhkWFVYdDJyWGJTd2o1aFJEaUpCUUt6U1pNbUlBZmZ2Z0IwNlpOZzcyOVBWdFNxUUhHeHNhd3NiSEJvRUdETUhic1dOamEydUxLbFN1Q3NySXlXMEtJdDQyTmphK05qVTFwVGs2T2xPOVlhK1B1M2J2WHJLMnQreFFYRjc5WlhsNE9kM2QzdmtOaXRNakJ3UUg3OXUzRDlldlgwYnQzYjFoWldmRWRrc0c1ZnYwNmxpOWZEaE1URTZ4Y3VWTG5CYVVLQ3dzeGQrNWNGQlVWZ1ZLNlBENCtQa3luQVdnSXV6VEVFNDdqZWxGS1R3cUZRdFBBd0VEMDZOR0Q3NUFZSFpOSUpKZytmVHJmWWVpOWxTdFh3c1BEUSt2anBLV2xZZXJVcVNndExRV2xORkFxbGVxMmV6bFRMNjZ1cms1R1JrWWJLS1h2RUVKSXk1WXRNWC8rZkxpN3U3T3JjRG9pbDh1UmxKU0UzMy8vSFhGeGNRQUFTbWtHZ0tWU3FUU1kzK2hxanVYRE55NGJOMjdFcGsyYklCS0pXQTlaRGFPVTRzc3Z2OFNwVTZjd2J0dzRmUHZ0dHpvZDM1RHk0VmwzVEo1SUpKSi9BUHhIb1ZEZzY2Ky9Sa1pHQnQ4aE1UckdjUndHRHg3TWR4aDZyWGZ2M2pxWnpNWEh4MlA2OU9tcWluNGhiREtuUDdwMTYyWWxFb21PQ0FTQ1JBRDkyclp0UzM3NTVSZkV4TVJneUpBaGJES25RMEtoRUNLUkNCczNia1J3Y0RCNjllb0ZRa2duUWtnUXgzR3BITWZwdms1NUhjVEh4MThETUUrcFZHTFJva1ZQVmZwa0RJK1BqdzhzTFMwaGxVcHg3dHc1dnNNeEtJbUppVGgxNmhRc0xDd3dhOVlzblk4ZkVoS0NFeWRPZ0ZLYUw1Zkx4MEZQSjNNQXUwTEhPNDdqL0FGODI3SmxTMnpac2dVZE8zYmtPeVNHVVl1SmlVRitmajU4ZlgzNURvVTN4NDhmeHpmZmZBTzVYQTVLNlE2cFZEb0podGxyeTlBUWp1TVdBUGdPZ0dYcjFxM3gzLy8rRjMzNzltVTVxdzBFcFJScGFXa0lDQWpBeFlzWFFTbFZBZ2d2S2lxYWtwR1JVY2gzZk5VZ0hNY2RCREJreElnUldMeDRNYnR5WThCMjdOaUJsU3RYb2t1WEx0aXhZd2Y3djlZQVNpbW1UNThPcVZTS2p6LytHSFBtek5IcCtHZlBuc1hubjM4T1Nxa0N3QmlKUkJLbDB3QTBqRjJoNDVsRUlsbElLVjJibjUrUFR6NzVCSGZ1M09FN0pJWlJDdzhQUjFpWVhpNG5yemVGUW9HZ29DQXNXTEFBY3JtY0F2aE5LcFZPQkp2TU5Yak96czVkT1k2TEIvQ3prWkdSNWV6WnN4RVJFWUVCQXdhd3lWd0RRZ2hCMTY1ZHNXSERCcXhidHc0dFc3WVVFRUxHV1ZwYVpvaEVJdDMwSUtrN3FsQW9wZ0s0R3gwZGpWMjdkdkVkRDZORlk4ZU9SWnMyYlpDZW5vNlltQmkrd3pFSTU4NmRnMVFxeFd1dnZZYXBVNmZxZEd5cFZJcjU4K2VEVWdwSzZWSjluOHdCYkVMWElFaWwwczhCYk03TnpjV1VLVlBZOGt1bXdVaE1UTVR0MjdlaFZEYXVPVXgrZmo2KytPSUxCQVFFQUpYTmtlZEpKSklGUElmRjFJQklKUHJKMk5nNEVZQUx4M0dJakl6RWxDbFRZR1pteG5kb3pFc1FRdEM3ZDI5RVJrWmkrdlRwSUlTMElZUnM0emp1akZnc2JzNTNmQytUa0pDUURXQU1wYlI4OWVyVnVIanhJdDhoTVZwaVptYW12b0swYWRPbXFpMDVtRHBRS0JSWXUzWXRBT0Nqano3U2FRdXZ0TFEwZlBycHA2aW9xRkRsd3h0RWswRTJvV3NZcUVRaW1RbGcvZjM3OXpGMTZsUjF3ampEOE9YWXNXT1F5K1ZRS3BVSURRM2xPeHlkb0pUaW4zLytnYmUzTjJKalkwRXB6VllvRkVNa0Vza2F2bU5qWHMzWjJia0Z4M0gvRUVMK2EySmlZdnpiYjc5aDQ4YU5zTGEycnRQMmNuTnpNWHIwNkplZXpFaEtTb0pZTElaTUpxdFAyRm9oRm92Vk4zMWlibTZPbVRObklqdzhITGEydGdEUVY2bFVwbkVjOXc3ZnNiME15NGR2UElZT0hRbzdPenRrWldWaDc5NjlmSWVqMTQ0ZVBZcU1qQXpZMk5qb3RCZXZJZWZEc3dsZHc2R1VTQ1J6S0tYL0xTb3Fvck5uejBaMGREVGZNVEdOV05WSlhHUDQ4c3JOemNVMzMzeUQyYk5uSXk4dkQ1VFNnektaekNVaEllRUUzN0V4citiaTR1SmdiR3ljREtDbm5aMGR3c0xDTUdEQUFBZ0VkZitLczdLeXd2NzkrK3UxRGI1czNib1ZBSEQrL0hsK0E2bWpEaDA2WU5ldVhSZ3paZ3dJSVZhVTBxTnVibTdUK0k3clphUlNhUkNBSHdzTEMvSEpKNS9nMXExYmZJZkVhSUdSa1JFKysrd3pBSlYvWTZ3WVR0MlVsNWNqTURBUUFEQjkrblNkTFlNL2Z2dzRac3lZZ2VMaVlsQktkMGdra285ME1yQ082TjgzbFlHVFNxVS9VMHA5S3lvcVNoY3RXb1JseTVhaHJLeU03N0NZUmtnaWthanYvL3Z2dnp4R29sM0Z4Y1VJRGc3R21ERmpjUFRvVVFDNEQyQ21WQ29kbHBLU2tzOXplRXcxeEdKeFQ2RlFlQkhBNi8zNzk4ZjI3ZHRoWTJQRGQxaE1QWm1abVdIaHdvV3FIcE9taEpDTklwSG9PNzdqZWhtV0Q5ODQ5Ty9mSDkyNmRjT0RCdyt3YmRzMnZzUFJTeEVSRWNqSnlZRzl2VDFHalJxbDlmRWFTejQ4SzlQVFFJbEVJbGNBK3dnaG5UcDE2b1NmZnZvSjl2YjJmSWZWWUZCS2NmejRjZHkvZng4VEpreGdGYWMwN015Wk0vajg4OCtmZXN6RHd3TURCZ3hBejU0OTBhWk5HNTRpMDV6Q3drS0VoNGRqNjlhdEtDd3NCQUE1Z0wrVlN1Vlg4Zkh4RDNrT2o2a0JrVWpVRDBBTUljVEN6ODhQL2ZyMXc1UXBVN0JvMFNLc1diTUd3NFlOdy96NTh5R1R5YkJtelJvY1BIZ1FGUlVWNk5ldkg3Nzk5bHMwYmRvVUFMQnIxeTc4OWRkZktDb3F3cmh4NHpCLy9ud2tKU1hCejg4UFo4NmNnYm01T1FvTEM3RnMyVExFeHNhaVpjdVdHRDE2Tkg3Ly9YZWNQMzhlSmlZbXJ4eER0YTBOR3pZZ0lDQUFOMjdjUUljT0hiQmt5Ukk0T2pvQ3FPeUhGQlFVaExDd01PVG01cUpWcTFaWXVYSWxIQjBkcTQzL1dhcnhWTEdwL3IxNDhXS3NXN2NPaEJBc1c3WU0xNjVkdzVZdFd5QVVDdkg5OTkralg3OStkWHF0Nm1mMDdOaHBhV25WN25kTjlrMGlrV0RXckZtUXlXU1VFUEtUUkNKWnFNVmZxL29nSE1kdEJEQzlUWnMyQ0F3TVJLZE9uZmlPaWRFdzFrTldNM1RSUXpZL1B4K0xGeTlHYkd3c1VKa1AvNVdocGxDd0szUU5sRlFxVFNncEtlRW9wV0VaR1JudzhmSEIxcTFiV1NJdWdIdjM3bUhldkhuNDZxdXY4T3V2dnphSzVZQzZ0bS9mdnVjZU8zbnlKQll0V29UMzNuc1BIMzc0SVRadTNBaXBWTm9nYzRoZWhsS0s5UFIwckYyN0ZzT0hEOGZhdFd0UldGaW9vSlJHS3BYSzdoS0o1RDlzTXFjZm5KMmR4WVNRUTRRUWkzbno1bUhPbkRucTVaRVhMbHhBVkZRVVpzNmNDUUJZdm53NVVsTlRzV3ZYTGtSSFI2T2dvQUFyVjY0RUFHUmxaZUhYWDMvRjh1WExjZXpZTVF3ZE92U0Y0eTFhdEFpUEhqMUNaR1FrdG03ZCt0eHl4bGVOb1JJV0ZvYTFhOWZpeUpFanNMYTJ4ckpseTlUUHJWNjlHbUZoWWVwSlkyQmdJRjU3N2JVYWI3c21Nakl5c0gvL2Z2VHExUXNMRnk3RXJWdTNjT0RBQVhoNGVHRFZxbFYxZm0xMVhyWGZOZGszanVPd1k4Y09OR25TaEFENHhzM05UYmZkaDJ1TzVjTTNBdnJTUTVaU3luY0lMNlh0SHJJc0g1NXBrTnpjM1B3NGpydlBjUnoxOXZhbUtTa3B0REdTeVdRME5EU1U5dTNibDNJY3A3NE5HVEtFUG43OG1PL3dESXE3dS90VFAyT080NmhJSktJaWtlaUlTQ1FxcXZwNDc5Njk2UmRmZkVGRFFrS29SQ0toeGNYRmZJZi9GS1ZTU2UvY3VVUDM3TmxEdmIyOXErNlR6TTNOYmJkSUpIcUw3Nzl4cG5hY25KdzZjQnozaU9NNHVtSERCcXBVS2ltbGxDWW1KbEtPNDJocWFxcjYvejgvUDUrS3hXS2FscGFtZnV6czJiUDBuWGZlb1pSU2V2ZnVYU29XaTJsRVJNUlR2emVxYlJVWEY5Tzh2RHpLY2R4VG43M256cDJqSE1mUjh2THlhc2RRYlNzek0xUDlmR3hzTEJXTHhWU2hVTkRDd2tMYXZYdDNldW5TcGVkK2Y2dmI5b3VveGlzdkwzL3EzOW5aMlpSU1N2LzU1NStuL24zcDBpWEtjUnlWeStWMWVtM1Z2L21xWTFlMzM3WGR0eXRYcnREdTNidFRrVWlrNERodUl0Ky9oNjhpRW9tK0ZvbEV5cDQ5ZTlLb3FLaVgvbDh4akRaTW16YU5qaGt6aHU4d2VISDM3bDM2OWRkZlZ6MTJpWEZ5Y21ySjkyZUN0Z241RG9DcFhueDgvRmFSU0hRQXdPL3A2ZW5qSmsyYWhHSERodUdUVHo3QjY2Ky96bmQ0V2tlZm5HbFp0V29WYnR5NG9Yb3NDc0JNQUh2djM3L2ZlL1hxMWZqdXV3YWJYcUZYTGwrK2pQTHk4dWNlZjdLczlROUN5SEM1WEQ3QXlNaG9GSUQrWldWbFRxZE9uU0tuVHAwQ0FBZ0VBblR0MmhWdnYvMDJuSnljMEtGREI5amEydXEwTEhGeGNUR1NrNU54OGVKRm5EcDE2dGtjd0RTbFVybXp0TFIwYzFwYUdrdDAwVE5PVGs0bXBxYW1od0UwR3o1OE9HYk9uUG5ja3V2MjdkdXI3OSs5ZXhlVTBoZFdVcXVvcUlDVmxSV1dMVnVHZ0lBQWhJU0U0SnR2dm9GSUpIcnFkYm01dVFBcWkzV29WRjBTV04wWUtxMWF0VkxmdDdTMEJLVVVjcmtjMmRuWlVDZ1VjSEJ3ZU83OTFXMjdOZ1VGVkZmOFZNc2pXN2R1RFFBd05UVUZVSmxyVXBmWFZ1ZGwrMTNiZlhOMGRNUnZ2LzJHTDc3NFFnQmdpN096YzJKU1VsSlNqUVBSSWFsVStyT2JtOXZ0aW9xS0xZc1dMV29pbFVxeFlNRUMxajZEMFltRWhBUW9sVW9vbFVxOUxPeFVGOFhGeFFnTEM4UHZ2Lyt1T29hNUQrQjdxVlM2a2VmUWRJSk42UFNFVkNxOUQ4Q0w0N2ozQVB3U0V4UGpmUFRvVWZqNCtNRGIyeHR0MjdibE8wU05vNVJDSXBGZ3k1WXQ2djQrbE5KcmhKRC9TcVhTTUFCd2RuYWVLUlFLTDRXSGg1djI2TkVENzc3N0xxOHhHNEpYTmNpbGxDNlFTQ1JoQUk0OHVjSFIwZEhHek14c01DR2tMd0JPb1ZCMHUzTGxpdW1WSzFmVTd5T0VvRjI3ZG5Cd2NFRG56cDFoYTJ1TFZxMWFxVy9ObWpXcmRSNmtVcWxFWVdFaDh2THljUC8rZmZ6Nzc3KzRjdVVLa3BPVGtabVorVXpZOUJvaDVDU2xkS3RVS3RYUDBuOE1BTURFeE9SSEFGMGRIUjN4L2ZmZnYvRDNwdXBqTFZ0V25wZzljT0RBUzFzWURCMDZGSjZlbmxpN2RpMisrdW9yVlhFY05kWGs3ZDY5ZStyN3FrbGVUY2Q0bFJZdFdnQUFNak16NGVUazlOUno5ZDIyTnBtWW1BQUF5c3JLMUJPL3g0OGYxL2o5ZGRtM2Z2MzZZZXJVcWZqenp6L05oRUpoaEllSFI1ZVRKMDgyeUZ5RStQajRIU0tSS0FYQXZ2Mzc5M2RLVGs1bStmRFBvQ3dmWHVPT0hUdW1QdUVTR2hxS0R6NzRRUDNjNDhlUHNYMzdkclJyMTQ3bHd4c1lOcUhUTXhLSjVCQ0FJMjV1YnROa010a1AyN1p0YTdkOSszYTgvLzc3OFBIeGdaMmRIZDhoMXB0Y0xzYy8vL3lEUC8vOEU0bUppYXFISDFCS1YwaWwwalVBMUtlR2s1S1NrdHpjM0Q0bGhHeGF2bnc1SEJ3YzBMRmpSMTdpTmhULy9QUFBxNTRXUGZ2QTFhdFhjd0FFUGJtaFU2ZE9wcGFXbGowQmVCQkMzQUIwb3BTK21aV1ZaWjZWbFlWang0NDl0MUZqWTJOWVdWbkIwdElTWm1abWFOS2tpZm9HVkI0d2xwZVhvN3k4SEdWbFpjalB6MGR1YnU1VFZ6OVVLS1dVRUhJYlFLSlNxVHdHWUg5OGZQek4ydjRjbUlaSEpCSzVBL2pDMU5RVXExZXZydEhWS1NzckszQWNoOTkrK3cwTEZpeEE2OWF0Y2YzNmRUeDgrQkE5ZXZSQVRrNE9jbk56MGExYk45amEya0lta3oyWGUySnJhd3Q3ZTN1c1c3Y09TNVlzUVZGUkVZS0NnbW84UmsxaTdOZXZIL3o5L2JGNDhXSzgrZWFieU1qSVFOT21UZEd1WGJ0NmJWdWI3T3pzWUc1dWp1am9hRXllUEJubDVlVUlEZzZ1OGZ2cituT2JNV01HTGw2OGlLU2twRGNlUFhxMERNQTNHdGdkclpCS3BRa09EZzZjdWJuNTFveU1qTEUrUGo2WU9YTW1mSDE5SVJRMjdrT3dlL2Z1NGFlZmZzTHAwNmNCVks3dUdEOStQTTlSNmI5bld3NVZuZEN0WDc4ZWUvYnNVZis3UzVjdThQRHdRSThlUGVEazVLUStTZFBRVVVweDdkbzFIRHAwQ0h2MzdrVkpTUWtBS0NpbEJ5aWxpK0xqNCtQNWpsSFhHdmVuaWY1U3hzZkhiK3JVcWRNMlMwdkwvOGpsOHJtaG9hRnZob2FHd3QzZEhXUEhqa1dmUG4zVVMyUDB4YjE3OTNEdzRFSHMyYk1IZCsvZVZUMmNBeUJRTHBjSEpDWW1Gci9vZmZIeDhaczVqdXRmWEZ3OGNjNmNPZmo3NzcvVnk0T1kya2xJU0hobGJ4MUNpS21ycSt1N0NRa0pSMTcybW95TWpISUFwNS9jMUc4Vmk4WDJsRkpYU3FrckFMc24vYVdzQUxTdHFLaG9rNVdWVmR0bU5FV1UwaHhVL283Y0FYQU53RDh5bWV3Q2F6ZGdrQWdoNUM4QWdsbXpadFhxelBMUFAvK01GU3RXd012TEN4VVZGYkMzdDhmY3VYTUJWQzRkWExwMEtiS3pzOUd1WFRzc1g3NzhoVmNKVnF4WWdjV0xGMlB3NE1IbzNMa3p2THk4a0pLU1VxTXhhc0xmM3g4QkFRR1lOV3NXaW91TFlXZG5CMzkvL3pwdDI4L1BEd0RnN3U2dTFhSWNwcWFtOFBmM3gyKy8vWVo5Ky9haFRaczJHREJnQUM1Y3VGRGpiZFRsNTJaa1pJUWZmL3dSbzBlUGhrS2htTy9xNnZwM1FrSkNlbjMzUjF2UzB0S0tBSXh6YzNQenE2aW8rSFhkdW5XdER4OCtqTysvL3g1dnZkWDRVbmdyS2lvUUZSV0YxYXRYcXc3RUFRQi8vZlVYaGc4ZkRnc0xDeDZqMDM4dmF6bVVrcEtDUFh2MmdGSXFBM0FLZ0h0NmVuclQ5UFIwYk5xMENXWm1adWpac3lmRVlqSGVldXN0T0RnNHFLKzhOd1NVVXR5OWV4ZG56NTVGV0ZnWTB0UFZmL0lWU3FVeW5CQ3lSQ3FWWG5uVk5nd1p1N1p0R0FRY3gva0FtQTJnSndEU3JGa3pqQnc1RWg0ZUhuQnhjV213WndJTENnb1FHeHVMdzRjUDQvejU4K296NDVUU0JFTElGa0xJeHJpNHVPY3Z3enlqZmZ2MlRkcTJiWHNZd0R0dnZ2a210bXpaZ21iTm1tazdmSVB6M1hmZjRlREJnNjk4RGFYMHRGUXE3YS9ob1VtM2J0M2FDb1hDWmdoOUxUNEFBQ0FBU1VSQlZBS0JvQWtBYzdsY2J2N2tQb3lNakVya2Nua3hwYlFFUUxHeHNYRitYRnpjSXczSHdEUmdJcEhvUTBMSURudDdlK3pldmJ2UjVJVXdMN2RxMVNwczM3NGRsTklJcVZRNm11OTRha0lrRXJVQjhEc2haQndBbGc5ZkpSK2VFTko3ekpneExCKytIbDdVY21qcDBxWHc5UFRFeHg5L2pMUzBOQUQ0VFNLUkxCQ0x4Y1pWOCtFQk9LSEt2SURsdytzWE5xRXpNQnpIT1FLWVRTbjlnQkRTRnFoTVFoODhlRERjM2QzaDdPek02NXBwdVZ5TzlQUjBTS1ZTbkRsekJwY3ZYNjY2dkttUVVocWhWQ29ERXhJU0x0WjIyL2IyOXMyYk4yOStpaERpMnJselp3UUdCcklyZGJXVW5KeU1PWFBtb0tpb0NKVFNiWVNRandCQUlwR3d6d3FHVnh6SFpRS3cxVVh2SWtZL2xKZVh3OVBURThYRnhWU3BWRG9uSkNTa1ZQK3Voa0dWRHcvQTJkall1Tkhtd3ovSnlZYXpzN096VUNpOFJBZ3gvZW1ubjFnK2ZCM05uVHNYWjgrZWZlb3hCd2NIdUxtNVlmZnUzUUJ3SXo4LzMrbm16WnRsejc3MzJYeDRTbWszUXNoVFM3MVlQbnpEeFE3U0RKY1J4M0dlQUNaUVNvY1FRdFNuLyt6czdOQ3JWeTg0T2pyQzN0NGViN3p4aGxiT3VGQks4ZURCQTJSa1pDQXRMUTN4OGZHUVNxVlBKYzFUU2g4U1FvNEEyRjFlWGg2ZGtwSlNyNlptSXBHb0RTSGtNQUJSdTNidHNINzlldGphMnRaelR4cUg4K2ZQWTk2OGVhcStjaUVTaVdReXgzRktnRTNvR0g2SlJLSkJoSkQvZGV6WUVhR2hvYXh3QXFQMjg4OC9xM0tDTmtna2t0bDh4MU5MQWpjM3QybUVrQjhJSWUyRVFtR2p6WWNIQURjM3Qra0NnV0NUaFlVRmdvT0RXVDU4SGZUdTNmdTVLdFVDZ1FCS3BSSUFTdVJ5K1R1SmlZbVNGNzc1R1MvS2h3ZndKb0NYcnNOaytmRDhZZCtLalFNUmk4VTlLS1ZES2FWOUNTRTlBRmlxbnlRRXRyYTI2TkNoQXpwMjdBaGJXMXUwYU5FQ2xwYVc2cHV4c1RHTWpJeGdaR1FFZ1VBQW1VeUc4dkp5eUdReUZCY1hvNkNnQUE4ZlBrUmVYaDR5TXpOeDQ4WU4vUHZ2djArdGp3Y0FTbWs1Z0RoSzZWbENTSXhVS28xRlpVVWlqWEZ3Y0xDMHNMQ0lBRENnZWZQbThQZjNoN3U3dXlhSE1DaEtwUkxidDI5SFFFQUFLS1dnbEs2VVNxWHpBWURqT0Fxd0NSM0RMNUZJRkVRSW1UUnIxaXhNblRxVjczQ1lCaVE3T3h1alJvMENwYlJFS3BXK0JxRGFKZm9OelpNRDUvOFFRdWFpOG9DNVVlYkRBd0RIY1NFQUpyNysrdXNzSDc2V0xsKytqQmt6WnJ6MGVVcnBMS2xVK25zOWgzbGxQandocEEwQWxnL1BBM2FRMWpnWmNSem5CcUFYQURHbDFJa1E4aWFBVnRXOHIxYWVYSDM3bDFLYUJ1QXlJU1Mydkx4Y1V0K3JjRFh4cEZmVkh3QStKb1JnK3ZUcG1EcDFhb1BOSmVUTG8wZVBzR3paTXB3NGNRSUF5aWlsWDB1bDByV3E1OW1FanVHYms1TlRVMU5UMDN3QXhpZE9uR0M1c2N4VEtLV1lOR2tTcmw2OUNvVkNNVFloSVNHYzc1anFnZVhEczN6NE9wcy9mNzdxdS93NWxOSWNxVlNxaTBSTmxnL1BFM2FReHFoMTZ0U3BtYVdsWlJkS2FSY0Fyd3NFQWl0S2FVdENTQXRLcVNrQVkwS0lrRklxQkZCT0NDbW5sSllCS0tHVVBoQUlCSGVmbkdXNVZWeGNmQ1U5UGYwQnJ6c0VRQ1FTVFNHRXJBTmc3dWpvaUVXTEZxRno1ODU4aDhVN1NpbE9uejROZjM5LzVPWGxBY0J0U3VtRVo5ZWtzd2tkd3plUlNPUkpDRG5xNE9DQUhUdDI4QjBPMHdBRkJnYmk3Ny8vQm9EMUVvbGtEdC94YUFMTGgyZjU4TFhWdDIvZmwxYXBwcFNXUzZWUzF0WGVnTEdETk1iZ3VicTZPZ2tFZ3EyRWtMZU5qSXd3ZGVwVVRKbzBxVUdWNDlXbDNOeGNCQVFFNFBEaHc2Q1YzOEI3NUhMNUowbEpTUVhQdnBaTjZCaStjUnkzRU1EeWtTTkhZdkhpeFh5SDgwcEpTVW53OC9QRG1UTm5jUDM2ZGZYOVp6OXJxcjVPVzU5RHVoaWpvYmgwNlJKbXpwd0pBSWtTaWNTVjczZzBqT1hEczN6NGFpVWtKR0RLbENtdmZJMUNvUmp5cXBaRGpINXJtTmZ1R1VhRG5sUSs2K1htNXZZVmdPODJiZHBrSGhvYWlzOCsrd3hEaHc2RmtaRVIzeUhxeE9QSGo3RjkrM2I4L2ZmZnFLaW9BS1gwRHFWMGRueDgvSDYrWTJPWVYzQUJBRGMzTjc3allCcW9idDI2QVFBb3BWMTVEa1ViRkJLSjVEQ0F3M2dtSC83bXpaczlidDY4YVpENThGS3A5TDZEZzBOL0N3dUxpT3pzN0FFZmZmUVJ5NGQvaGIxNzkxYjdHb0ZBc0JBQW05QVpLRGFoWXhvTFJYeDgvRTlPVGs3YlRVMU5mMzN3NElIWG92OWo3ODdqb3FyMy80Ry9QclBCc0NnSUNpNHNqYVlVNnptNFpGbHFibGxxWlY2M3pPaW12N3lWK3EydVdXcHFMcWszczh3eXkyNTV0Vnl5M0pmTVZwZElFb2JWSlJGWkZSUlpoWUZaenVmM0I4d0VDb0lLbkFIZXo4ZURoek5uZlo5QkdONXp6dm04Rml4UWZQbmxsNWd5WlFvR0R4NE10ZnBXNytOdEhnb0xDN0Z6NTA1czNMZ1JoWVdGNEp4ZkEvQ3h4V0paZkxPYjB3bXhFL2NBUUxkdTNlU3VnOWdwclZhTGR1M2FJUzh2VHhNVUZPU1RtSmlZSVhkTmpZUkhSMGVmQUdCTmJxOTJQN3drU1lIcDZlbGQwOVBUUGE0ZnV2Nk9kbHJEL2ZCR283SFI3NGMvZS9ac2NXQmc0Q01PRGc3ckNnc0xuNXMrZlRyZEQxK0xXYk5tb2F5c3pIWS9QQUJIZ0s2dWFVM29KNEswS2tsSlNla0F4b21pR000NVg1NmFtanBvM3J4NTdNTVBQOFRreVpNeGJOZ3d0R3ZYVHU0eUcwUnFhaXIyN05tRGJkdTJvYXlzREtqNEpiOEZ3RHk5WHQvcVF6aEo4OEE1OTJhTXdkdmJ1OG4yS1VrU05tN2NpQjA3ZGlBbkp3Y2VIaDU0NzczM2NNODk5OEJvTk9LRER6N0F3WU1IWVRLWjhOQkREMkhPbkRsd2NYRzU1ZjNFeDhmand3OC9SRXBLQ254OGZEQi8vbndFQndjREFLS2lvdkRCQngvZy9Qbno2TkNoQStiTW1XTTdPN0YxNjFaODhjVVhLQzR1eGxOUFBZVi8vL3ZmdGU1RHI5ZmovZmZmUjFaV0ZucjE2b1ZGaXhiQnpjME5BT284bHB2TnQxN1N1WGJ0V3F4ZXZSb3BLU253OWZYRjIyKy9qWHZ1dWVlV1g0czc1ZTd1anJ5OFBGVGViOVpTRzdycldXSmlZcUlCUkZlZDJKTHVoNjlzR3Y4cENNSXhBR3MrKyt3enA2TkhqOUw5OEpWcXV4K2VNZmE3M0xVUlFraVRDUTBORlVSUjNDR0tvbGtVUmQ2N2QyOCtkKzVjZnVMRUNXNDBHbmx6VTF4Y3pBOGRPc1NuVHAzS1JWRzBmaFVKZ3JCR0VJUmJIdUhLdW8zR2VPMEpxUTlSRkEyaUtIS0R3ZEJrUDBjclY2N2tJMGVPNUxHeHNkeGtNdkh6NTgveml4Y3ZjczQ1Zit1dHQvaHp6ejNIczdPemVYNStQcDgyYlJwZnVIQWg1NXp6K1BoNExvb2lMeWtwcWZiNGV0WjVyN3p5Q3MvSnllR0ZoWVY4eG93WmZPellzYlpsZnY3NVo1NlVsTVRMeTh0dDlYRE9lVVpHQmhkRmtaODRjWUtYbEpUd3hNVEVHby9CdW8vWFgzK2RYNzE2bGVmazVQQUpFeWJ3T1hQbTJKYTUyYkhVOTFoZmYvMTFmdVhLRlY1WVdNaW5UNS9PSjB5WWNJZXYvdTJaUEhreUYwV1JDNExRWCs3L3M2UnhoSWFHQmdxQzhLY29pcnhYcjE1ODNicDFOZjU4dFJiWjJkbjh6VGZmdFA2L2x3UkIyQm9jSE93TzBIczNJYVNWQ2dvSzhna0xDMXNoQ0VLRzlSZGgvLzc5K2JKbHkzaGtaQ1F2TFMyViszZDNyZkx5OHZnUFAvekFaODJheFh2MzdtMXI1QVJCaUJWRjhmOTY5T2poV3ZjclVETjZVeUJ5czM3WVlqS1ptdVRucWFpb2lQZnExWXYvK2VlZk5mNnNoWWVIODdObno5cW1IVHQyakQvNDRJT2M4MXR2NkZKVFUyM1RJaU1qZVhoNE9MZFlMTFpwQm9PQm56cDFpcTlidDQ1Ylg0UHM3R3dlSGg3T2QrL2VmZFBqc083andvVUx0bW5mZi84OTc5ZXZYNzJPcGI3SG1wNmVicHQvL1BqeEc0NmhxVXljT05INnUrOUJ1Zi9Qa2thbERBc0xlMU1VeFJKUkZQbVFJVVA0M3IxN3VkbHNidkwvYzNJcExpN202OWF0NDMzNjlMRysxMmVGaFlVOVVmVkZvdmZ1MW9jdXVTUUVRT1U5RjdNQnpCRUU0VEVBRTRxS2lvWnUzNzY5M2ZidDI2RlNxZEN6WjAvMDY5Y1A5OTU3TDdwMzc5NG9vNG5WUjM1K1BzNmVQWXU0dURnY1BYb1VwMCtmdHMzam5LY3l4dlpKa3JReE5qYjJUMWtLSktSaGxRSndMUzB0YlpJOHFxeXNMRmdzRnZUbzBlT0dlZG5aMmVDY1k4S0VDVGZNTTVsdVBjKzY2ckR6enM3TzRKekRiRFpEbzlGZ3pabzEyTE5uRDBKQ1FtekIwcElrd2N2TEM0c1hMOGJxMWF2eDFWZGY0YzAzMzRRZ0NMWHVvME9IRHRVZWw1YVdRcEtrT28rbHZzZnE0ZkYzZkttcnEydTFZMmhLdWJrVlZ3VktrdFJhTHJkc3JlaCtlTG9mbnRTQUdqcENxclBvOWZvOUFQWUFVSVdHaGo2aVZDcEhtYzNtQi8vNDQ0OGVmL3p4QndNQWhVS0I3dDI3SXpnNEdOMjZkYk9OS09icDZkbGdOMnVYbFpVaEp5Y0hHUmtaU0UxTnhibHo1eEFYRjRlTWpHcC9yNWdBeEFENHpXS3hmSGM3bVQrRTJMa2NBSzVYcmx4cGtvYk8zZDBkQUpDZW5vN0F3TUJxODZ6MzErN2Z2NzlSNytuTHpNekVoZzBic0gzN2R1aDBPa1JHUnVMUW9VTzIrY09IRDhmZ3dZUHg0WWNmNHZYWFg4Zmh3NGRyM2RhMWE5ZHNzUVZwYVdudzh2S0NRcUdvODFpYTZsZ2JndEZvUkc1dUxqam5VbXhzTERWMHJRRGREMC8zdzVQcXFLRWpwSGJtdUxpNGZRRDJBVUJvYUdobnBWSTVsSFArZ0NSSllhZFBudzQ2YythTVE5VVZHR1BvMEtFRE9uZnVERTlQVDdpNXVjSE56UTJ1cnE3UWFEUlFxVlJRcVZTMlQ3SE5aalBLeTh0UldGaUlnb0lDRkJRVUlDY25CeGN2WGtSKy9nMnhjRUJGWUdzc1l5d0d3Skdpb3FLZmtwT1RpeHIvcFNCRUhwenpDNHl4YmhrWkdlamF0V3VqNzgvTHl3c1BQZlFRbGk1ZGlvVUxGNkpyMTY1SVRrNkdpNHNMT25mdURGRVVzWExsU3N5YU5RdWVucDQ0Zi80OENnb0swTHQzN3dhcndXeXVHUDM5MHFWTDhQVDB4Sll0VzJ6ekxsMjZoSnljSEFRRkJjSEh4d2RHb3hHY2N6Qlc4MkIySDMzMEVXYlBubzNjM0Z4ODhjVVhHRFZxbE8wNGIzWXNkYzIzSjlhckZCaGpwd0JZNUsyR05LWEtRV0dHaElhR0NrcWw4cTNMbHkrUFdybHlwZktERHo3QWtDRkRNR3JVS0FpQzBPek8ybDI3ZGcyLy8vNDd2djMyVzBSSDI4YThLZWFjL3cvQU1tcmt5UFdvb1NPa251TGk0cklBZkZuNUJRRHE0T0RnQUpWS0ZjWVlDK0djNnpqbkhYTnljanBsWjJkM1pJemQxalZIblBNU0FCZXJmSjFqak1XYVRLYTRoSVNFQ3dEb3VualNhbFIrZ0RFa0lTRUJBd1lNYUpKOUxsMjZGS3RYcjhhTEw3NklrcElTK1B2N1krblNwUUNBRlN0V1lQbnk1Umd6Wmd4TUpoTjBPaDFtenB6Wm9QdjM5L2ZIK1BIak1XdldMSFRvMEFIang0L0g4ZVBIQVFBV2l3V0xGaTFDVmxZV09uZnVqQ1ZMbHRUYXpBRkFjSEF3SG4vOGNSaU5SanoyMkdPWU1tV0tiVjVkeDlJVXg5b1FZbU5qclEvajVLeUR5Q2N1TGs0UFlIUlFVSkNQU3FWNjJXUXlUVHg0OEdDWGd3Y1B3dFhWRlk4ODhnZ0dEQmlBME5CUTJXNlhxRXQrZmo1T25qeUp3NGNQNDdmZmZyTjlzTU01ajJPTWJTZ3BLZm52MmJObmkyVXVrOWdweXFjZ3BKSG9kTHEyenM3T0hncUZ3aE9BdTFLcDFIRE9IWGpGc05HY01WWXVTVks1UXFFb3MxZ3NlV3ExT2hkQWJuUjBkR2tkbTI0eTFwdXFLY3VHeUVVUWhBbU1zYzMzM1hjZlB2NzRZN25MSVhib2xWZGV3WkVqUndEZ2haaVltTS9rcm9mWUJhWDFmbmdBUXhsajdRQzBtdnZoNmIyNzlhRXpkSVEwa3BTVWxFSUFoUUJTNUs2RmtPYktaRElkVTZ2Vi9QVHAwK3htbHhhUzFrbVNKSnc4ZVJLY2M2NVFLSDZTdXg1aU4raCtlTktxVUVOSENDSEViaVVtSm1hSW9oaGJXRmdvUkVaRzR2Nzc3NWU3SkdKSGpoOC9qdExTVWdDSWpvNk9QaTkzUGNRdTBmM3dwTVdqaG82MGRpdzBOUFJlcFZJWkJNQ1BjOTZkTWRhZGMrNEZ3TFh5eXhsQUNXT3NtSE5lekJpN0RPQXZ6dmxmQU5MTVpuTlNRa0pDRWdCSnZzTWdwT1dTSkdtdFFxRlkvOTEzMzFGRFI2clp2WHUzOWVFbU9lc2d6UWZkRDA5YUltcm9TS3NURkJSMGoxcXRIZzVnTUlDSEdHUE8xbm5XeTdscXVLekxCWUFMWTZ3amdPNEErbG1YVWF2VkVFV3hGTUJSeHRpUFpyUDVZRnhjM0NuUUwydENHb1RaYk42clZxdWxZOGVPS1F3R2c5ME9ha0NhMXJWcjEvRGJiNytCY3k2aFloaDNRbTZIS1NFaElRRkFRazB6Yi9kKytKaVlHTHU1SDU2MGZOVFFrVlloS0Npb3ExcXRuZ2hnRW1Pc2U5VjUvdjcrNk5HakI3eTl2ZUhyNndzL1B6OTRlSGpBeWNrSldxMFdXcTBXWldWbEtDMHRoY0ZnUUc1dUx0TFQwNUdlbm83czdHeWNQWHNXcWFtcFRwenpZWnp6WVVxbDhsMVJGSk1CZkcyeFdEYkh4Y1g5SmM5UkU5SXlKQ1ltNWdpQ3NNRnNOdjl6NWNxVmVPdXR0K1F1aWRpQmRldldRWklrQVBoS3I5ZGZrYnNlMGpMUi9mQ2tPYUM3eTBsTHhnUkJHTVFZbXdGZ3BIVmk1ODZkMGJkdlh6ejQ0SU1RUmRFV3Vuc25Ta3RMb2RmcmNlellNZnorKysvSXpNeTB6ZU9jSDJTTXJZNkppVG1NWm5aWkpvMlVSZXhGWUdDZ3I0T0R3M21GUXFIYXQyOGZ2THk4NUM2cFZna0pDWWlJaU1EUm8wZFJYRnlNRjE1NEFUdDI3SUJDb2FqM05uSnljbTVydmNaa1BhN0l5RWhvTkxkMUZWcURLU29xd3JCaHcxQmVYaTR4eG9KaVltSk8xNzBXSWEwRHZYZTNQblNHanJSRVRCVEZZUUJXQUFnQkFEYzNONHdZTVFJalJvekEzWGZmM2VBN2RISnl3Z01QUElBSEhuZ0FBSEQrL0huczI3Y1BlL2Z1Ulg1Ky9uQUF3d1ZCU0dLTXZSRVRFN01mZERrbUliY2tLU2twWFJURnBaSWtMVmk4ZURIV3JGblRMRWE4OVBMeXdxNWR1NXBzdlpxa3A2ZGo1c3laMkxadG0reU5XRVBnbkdQRmloVXdHbzBBOEFVMWM0U1ExczQrUHZZanBJR0VoWVdGQ1lKd0dNQkJBQ0VCQVFHWVAzOCtmdnp4Ujd6eXlpdU4wc3pWcEd2WHJwZzVjeVlPSHo2TXQ5OStHL2ZlZXk4WVk0RUE5Z3FDOElzZ0NEMmJwQkJDV3BDaW9xSlZBRW9qSXlQeDQ0OC95bDFPczFGWVdJajA5SFM1eTJndzBkSFIrUDc3NzhFNUw3ZFlMSFBscm9jUVF1UkdEUjFwRVFJREF6V0NJQ3hTS0JSNnh0Z2dQejgvTEZ1MkRGOS8vVFVlZi94eDJUN0paNHhoeElnUjJMUnBFOTU5OTEzb2REb3d4dm96eHY0VUJHRzV2Nysvb3l5RkVkSU1KU2NuRjNIT0ozRE8rY0tGQzVHWGx5ZGJMVWFqRWYvNXozOHdjT0JBOU92WEQzUG16TUcxYTlkdVdDNGhJUUhoNGVFb0xTMjFQZDY3ZHkrR0RoMktZY09HSVNvcUNsOS8vVFVHRGh5SUlVT0dXQU95YTF6dnhJa1RtRGh4SXU2Nzd6Nk1IVHUyV2hCeFZGUVVKazZjaUQ1OSttRGt5SkdJakl5MHpZdUlpQUFBOU8zYkYrSGg0ZlUraHFLaUlzeWFOUXYzMzM4L1Jvd1lnUk1uVGpUMHkzakx5c3JLcXQ1RCtWSjhmUHhsT2VzaGhCQjdRQTBkYWZaQ1FrS0NOQnBOREdQc0xhMVdpOW16WitPNzc3N0QwS0ZENVM2dG1vY2ZmaGpmZlBNTjVzNmRDeGNYRnpER1pyZHIxMDRmR2hvcXlGMGJJYzJGWHEvZnd4aGJYMVpXaGhrelpzQmlzY2hTeDVJbFMzRG16QmxzM2JvVisvYnRRMzUrUHQ1Nzc3MTZyWnVjbkl4ZHUzYmh2dnZ1dzl5NWM1R1dsb2I5Ky9kandJQUJXTFZxVmEzcjdkaXhBeDkrK0NGKytPRUhlSHQ3WS9IaXhiWjVKU1VsbURkdkhvNGVQWW9CQXdaZzJiSmx0bmtiTm13QUFFUkdSaUk2T3JyZXg3Qmd3UUlVRmhaaXo1NDkyTEJoUTdVbVVRNlNKR0gyN05tNGZQa3lBUHlnMSt2L0sydEJoQkJpSitnZU90S3NoWVdGUGF0UUtMNEV3SHIxNm9XbFM1ZkN3OE5EN3JKcXhSakQ2TkdqTVdEQUFNeWZQeCtSa1pFQlNxVXlPaXdzN0lYWTJOajFjdGRIU0hOUVZGUTB3OVhWOWRIVHAwOTNtVHQzTHQ1NTU1MG1IVGdrUHo4ZkJ3NGN3T2JObTIyRHMweWFOQWx2dnZrbUZpeFlVT2Y2NDhhTmc1T1RFeDU5OUZIczI3Y1BFUkVSY0hKeXdyQmh3N0JqeDQ1YW05U1hYMzRabnA2ZUFJRHg0OGRqeG93WmtDUUpDb1VDQXdjT1JGbFpHYzZmUHc4WEZ4ZGtaV1hCYkRaRHBhcjViYjZ1WThqTHk4T1JJMGV3YWRNbTJ6Nm5USm1DbDE5KytaWmZyNGJBT2NlYU5XdHc3Tmd4QUxoU1VsSXlScFpDaUwyZ0RGbENxcUNHampSWEtrRVFGalBHM2xDcFZKZ3hZd2FlZnZwcHVXdXF0M2J0MnVHamp6N0NOOTk4ZzFXclZqR1R5ZlNaSUFnQkNvWGlqZWpvYUpQYzlSRml6NUtUazh0RFFrSWVVcWxVK3NPSEQ3ZDFjbkxDdkhuem1xeXB5ODdPQnVjY0V5Wk11R0dleVZUM2o2K2JteHNBMkViWXRUWk1EZzRPQUZCclExZjF3eXBYVjFkd3ptRTJtNkhSYUxCbXpScnMyYk1ISVNFaHR1MVVEdWwvVzhlUWs1TURBUEQxOWJWTmQzRnhxZlBZR2dQbkhCczNic1RHalJ2Qk9iOW1OcHNmT252MmJMRXN4UkRaVUlZc0liV2pobzQwTzRHQmdSb0hCNGROQU1hNnVycGl4WW9WNk5Pbmo5eGwzWmF4WThkQ3A5Tmg5dXpaS0Nnb2VKVnpydlAzOTUrUW1wcGFKbmR0aE5peitQajRDNElnOUdlTS9iNTc5MjZudG0zYllzYU1HVTF5djJ5N2R1MEFBUHYzNzRlM3QzZWo3Njh1bVptWjJMQmhBN1p2M3c2ZFRvZkl5RWdjT25Ub3B1dlVkUXpXNXUzeTVjdTJ4OVltcnlsSmtvUzFhOWZpeXkrL0JBQ0R4V0o1TkNFaDRVeVRGMEprUVJteWhOUVBOWFNrV1FrUEQxZExrdlFsZ0xHZE8zZkdaNTk5WmhkL1VOMkpuajE3WXN1V0xaZzJiUnJTMHRLZWNIZDMzK1RzN1B4MFVsS1NVZTdhQ0xGbmVyMCtUaENFNFFBT2I5eTRVVk5RVUlCNTgrWkJxVlEyNm42OXZMd2dpaUpXcmx5SldiTm13ZFBURStmUG4wZEJRUUY2OSs3ZHFQdXVpZGxzQmdCY3VuUUpucDZlMkxKbFM3WDViZHEwQVFERXhzWWlJQ0FBYmRxMHFmTVlmSHg4b05QcHNHYk5Hcno5OXRzb0xpN0d4bzBibS95NDNuNzdiUnc0Y0FDb2FPWWVpNCtQUDlxa1JSQTVORmlHckpPVGsyMDVIeDhmQ0VMMVc5WnJ5SkR0Qm1DQlVxbGNJQWhDczgyUUphMFBEWXBDbWhPVnhXTDVsREUyc1dQSGp2anFxNithZlRObjFhRkRCL3p2Zi8rRHI2OHZHR05qTkJyTmwrSGg0V3E1NnlMRTN1bjEraU9Nc2NjQkdQYnMyWVBwMDZlanZMeTgwZmU3WXNVS0tCUUtqQmt6Qmc4ODhBQVdMbHdJenVXNVVzdmYzeC9qeDQvSHJGbXpNSG55Wk54Ly8vM1Y1dnY1K1dIMDZOR1lPWE1tbm5ycUtkdjB1bzVoK2ZMbHlNM054WkFoUXpCNzlteU1IajI2eVk2cHFLZ0kwNmRQdHpaemhXYXplV0JjWE53dlRWWUFrUU1UUmZFUlVSUmpHV09IQVl4MGMzUERwRW1Uc0hYclZ1elpzd2R2dnZrbSt2WHJWNjltcmo2c0diS3paOC9HN3QyNzhjMDMzMkR5NU1sd2QzY0hZMnc0Z084RlFZZ1hSWEVFQVBzUHZpU3RGdjNuSk0xRzVUMXo4OXEzYjQvTm16ZmJMaGxxU2ZMejh6RjU4bVJjdkhnUm5QUDM5SHI5ditXc1J4UkZEZ0F4TVRIMHU0TFl0ZERRVUVHaFVQek1HSFByMXEwYlB2dnNNN1J0MjFidXNzZ3Q0cHdqS1NrSkw3MzBralZDSVUyU3BBR3hzYkdwTXBkR0dsRllXRmdZWTJ3bFkyd1FBQVFFQkdEczJMRVlOV3FVTExGRG5IUHMzNzhmMjdadHc2bFRwNnpUZmdQd2I3MWVmN0xKQzdwRjlON2QrdEEzbWpRTGdpQ01ZWXh0ZDNWMXhiWnQyMnlqc3JWRVY2NWN3Zmp4NDFGUVVBRE8rV1M5WHI5SnJscm9UWUUwSjRJZ2RHS01uUVRRMGRuWkdldldyY085OTk0cmQxbWtuc3JLeXZENTU1L2p5eSsvQk9kY1lveHRqb21KaVFBZ1R6WUZhWFNCZ1lFYWpVWXpqekgyRmxCeE5ubmF0R2wyRlR2MDg4OC80NU5QUGtGS1Nnb0FnSE8rSWo4L2Y2RTkzK3RPNzkydEQzMmppZDBMRHc4UDRKekhLNVZLOWFwVnE5Q3ZYeis1UzJwMEowNmN3SXdaTTJBMm0wMmM4MTU2dlQ1T2pqcm9UWUUwTjRHQmdTNGFqV1l2WTJ3QUFEejMzSE40NFlVWG9GYlRGY3oyeW1LeElESXlFdlBuejBkaFlTRUFYQVV3S1NZbTVudVpTeU9OS0NRa0pFaXBWRzVsakFWcXRWck1tREVELy9qSFAyUTVJMWNYempsMjd0eUoxYXRYVzg4Y243RllMQlBqNHVMMGN0ZFdFM3J2Ym4zb0hqcGkxL3o5L1IwbFNkb05RRDE1OHVSVzBjd0JRSjgrZlRCbHloUUFVRFBHZG9TSGh6Zk1EUU9FdEhCSlNVblg5SHI5UU03NW01eHo0NWRmZm9sbm4zM1dObkFJc1IrY2N5UW5KK1BwcDUvR3pKa3pVVmhZYU9hYzc1WWtxUnMxY3kxYldGallzeXFWS3A0eEZ0aXJWeS9zM3IwYlk4ZU90Y3RtRHZnN1EzYm56cDNvMjdjdkFGZ3paS2ZLWFJzaEFEVjB4TTY1dTd1L3hCanJIaFlXSmx1Z3JWeW1UcDFxaldQUVNaTDBtdHoxRU5LY2NNNS9BbEFJQU9mUG4wZGVYcDdNRlJFcmk4V0MwNmRQNDZXWFhzSzRjZU53N3R3NWNNNlRBSVRyOWZvblltTmpDK1N1a1RRYWxTQUl5eFFLeFFhVlNzVmVmZlZWckZ1M3JsckdvajJ6WnNqT25qMGJhcldhS1JTS3p3UkJlSThHTVNOeXM4K1BRZ2dCRUJ3Y3JGT3BWT2UwV3ExaSsvYnQ2TlNwazl3bE5ibnM3R3lNR1RNR0JvUEJZaktaZ3BvNmY0a3UyeUROVFZoWW1CdGpiQmxqYkJwUU1kVDVva1dMRUJZV0puZHByVjU1ZVRtaW82T3hiTmt5WEx4NEVRREFPVS9sbkMrTWpZMzluOHpsa1ViV2tqSmtBZURreVpQV0RGa0EySldYbDJjM0diTDAzdDM2MEJrNllxK1lTcVZheHhoVGpCMDd0bFUyY3dEZzdlMk55Wk1uQTRCU3BWS3RBMzBJUTBodGxLSW9qbFFvRkJjWlk5TWNIQnp3ekRQUFlQZnUzVGMwYzZXbHBVaEtTc0xDaFFzeGZQaHcvUG5ubjhqTnpaVXRkcUFsa3lRSkZ5NWN3Q2VmZklLSEgzNFkwNmRQUjFaV0ZnZVFDR0MwWHErL2k1cTVsaTg4UEZ5dDBXaHNHYkpidDI1dDFzMGM4SGVHckorZkh3QTg0ZTd1dmlrd01GQWpkMTJrZGFJL0RvbGRFa1V4SE1CSmIyOXY3TjI3RndwRjYvM3NRWklrakI0OUdoa1pHYkJZTEEvR3hjVWRhNnA5MDZkOHBEbW9IRGhwQTRBK2xjK3hkT2xTdEcvZkhrREZ2VnFYTDE5R1ltSWlkdTNhaGQ5Ly83M0c3WFRwMGdWUFB2a2tldmZ1amJ2dXVndGFyYmFwRHFGRmtTUUo2ZW5wT0hMa0NEWnUzSWo4L0h3QUFPZjhHbVBzdU1sa21wV1FrSkFnYzVtazZhakN3c0krVXlnVXozWHMyQkdiTjIrMmhkMjNCTVhGeFpnOGVUTFMwOVBCT2Qrc1VDZ2lvcU9qVFhMV1JPL2RyWTlLN2dJSXFRbm5mQWxqREJNbVRHalZ6UndBS0JRS1RKbzBDY3VXTFlOU3FYd2J3Q0M1YXlMRUhvU0VoRGdybGNyWE9PZHZBNEM3dXp0ZWVlVVZQUGJZWTdCWUxMaHc0UUppWW1Ld2ZmdDJuRHQzcnVxcUpnQ0praVRGTXNhVUFQd0FoR1JtWnJxdldiTUdRTVhQWGMrZVBURjA2RkRjZSsrOThQUHpnNk9qWTFNZllyT1JuNStQNU9Say9QTExMemg0OENDS2lvcXNzeXljODFnQUcvUHo4eit6bDB2U1NOTVJCR0VCWSt5NTl1M2JZK1BHalMycW1RTUFWMWRYZlBIRkY5WU0yWW1TSkYwQ0lHdUdMR2w5cUhNbmRpYzRPRGhZclZiSGUzcDY0dURCZzYyK29RTXFQdkVlT1hJa3NyT3pZYkZZK3NURnhVVTF4WDdwVXo1aXJ3UkI2QS9nSzhaWUY1VktoVWNlZVFTelpzMUNXbG9hamgwN2hoMDdkaUEzTjdmcUtrV2NjejNuL0J1VHliUXhLU25wMm5XYlpHRmhZZjBCUE04WTY4MFk2d3BBYVoycFVDalFxMWN2OU8vZkh3RUJBZWpjdVRNOFBEenNkbFMreG1ROTQ1bVZsWVdFaEFUOCtPT1B0dkRseXZrbXh0aHBTWkorTXB2Tkt4SVRFM05rTEpmSWlESms1VUh2M2EwUG5hRWpka2V0VnI4S0FLTkhqNlptcnBKQ29jQzRjZU93ZXZWcUtKWEtWd0JNa0x1bTI2SFZhcnZvZExwZmtwS1NDMDQyL0FBQUlBQkpSRUZVZWdDUTVLNkhORCtDSUxRSHNKSXhOaGtBUER3OE1HSENCS1NucDJQSWtDRXdHbzFWRjcvRU9ZL2luSDhaR3h1N0I4RE5icExqc2JHeHZ3TDRGUUE2ZGVyazFMRmp4eWM0NTA4QkNKUWtxZHVKRXllVUowNmNzSzNnNXVhRysrKy9IL2ZmZnorNmRPbUNEaDA2b0gzNzlpM3E5NWJKWkVKdWJpNXljM09SbHBhR3lNaElIRHQyekpyRlZWVTJnSGdBV3kwV3l6Zng4ZkVsVFY4dHNTZVZsMEp2VmlxVldMSmtTWXR1NWdDZ2ZmdjJlT2VkZDZ3WnN2OFZCQ0Zlcmd4WjB2cFE1MDdzU2tCQWdJZVRrMU8yZzRPRDZ1ZWZmNlpMbktvb0t5dkQ0TUdEWVRBWUxHYXp1Vk44ZlB6bHh0NW5jL3VVejhIQjRlNXUzYnJ0VDBwS0NnRkFsM2ExTEtxd3NMQ3hDb1ZpUFlBYWN4azU1eEtBWk1iWWNVbVNQb21OamYyem9YYmVxVk1uSnk4dnI4Y0JER2VNM2NNNTF6SEcybDIvbkZLcFJGQlFFQVJCUUZCUUVEdzhQT0R1N2c1M2QzZTR1TGcwVkRrTnFyeThIRVZGUlNnc0xFUmhZU0d5c3JLUW1KaUkrUGg0SkNjbjF6UllqQVZBR3VmOFBPZjhGMG1TOXNiSHh5ZktVRHF4VS83Ky9vN3U3dTV4akxIdXp6MzNYS3VLSFZxL2ZqM1dyVnNIQUNtTXNlRG82T2pTcHE2aHViMTNrenRIWitpSVhYRjBkQndHUUJVWUdFak4zSFVjSFIwUkhoNk9ZOGVPS1ZVcTFSTUFQcE83Sm51alVDZzhIQndjN3BhN0R0S3dnb09EQTlScTlYb0EvYTZmeHprdlo0d2xjczRQR28zRzlVbEpTZW1OVWNQRml4ZExMMTY4dUFYQUZ1dTBvS0NncmhxTlpqZ3E3bXYxNFp4M3NWZ3NIZUxpNGxoYzNJMGZ6THU0dUtCNzkrN1E2WFRvMUtrVE9uZnVqRFp0MnNERnhRV3VycTV3ZEhTRWc0TURIQjBkb1ZhcmIrdHlUczQ1VENZVGpFWWpTa3RMWVRBWVlEQVliSStMaW9wdzVjb1ZwS2VuNDhLRkMwaExTN01OV2xLTFVzNTVGb0NMblBPekFBNXF0ZHBEa1pHUmhsc3VqclFhclQxRFZxL1g0OFNKRTlZTTJjVnkxMFJhUHVyY2lWMFJCT0VZWSt5QnhZc1g0OUZISDVXN0hMdno0NDgvWXZiczJlQ2NSK24xK2tZZjg3aytuL0pwdGRyNzdybm5uc2kwdExUbk9uWHF0QXdBVDBsSmVjYkZ4U1hFeTh0ckh1ZmNsSm1aT1RVL1AzK3ZkZG1ZbUJoWEFOY0FlT3AwdXZXdXJxNlBtTTNtN056YzNQV2RPM2RlR2hNVG85VnF0V0gzM0hOUFpHcHE2ais3ZE9ueWJsNWUzbGVabVpuLzUrenNQTWpYMTNlbG82TmpvTkZvek1ySXlKaFdWRlIwcUdxOVZsWHFkdlR4OFhuWDNkMTlva0toY0NncUt0cWJrcEl5RFpYQjA4UitDWUt3aGpGVzdTOUN6bmtlWSt3NDUvemJuSnljYnk5ZXZOamtuNERYcGxPblRrNGRPblRvelJqcnd4Z0xCdEFSUUtmS2Y5dldkenNLaFFKdDI3WkZtelp0b0ZhcmIvamluRmRyMXF3TlcxblpiWjJZTHVLY1h3WndtVEdXd3psUFlZejlhVGFibytMajR5L2N6Z1pKNjBVWnNwUWhTNW9lbmFFamRpTTBOTFF6WSt3QloyZG5EQnMyVE81eTdOTEFnUVBScGswYkZCVVY5UllFd1UrdjE2ZkpYWk9WbzZOalVFSkN3dDMrL3Y0ZmQrM2FkWE5CUWNITytQaDRQMTlmMy9jNmRlcTBLajgvZisvMTYzVHQybldEUXFGd2pvdUwwems1T1RFZkg1OXZyMSttVFpzMmcrUGo0M1dvL0FCS3JWYTNTVXRMbTFwYVdwcm80K096ek5mWDk1UEV4RVFkQUp3K2ZicHZaY09vUlpWTEx2MzgvRDV6Y0hEUW5UdDNMdFJnTUpUZGZmZmRXLzM4L041UFMwdjdaK085SXFRaE1NYXM5NHRlNVp6dmx5VHA2N2k0dU1PNCtmMXdzcWs4ay9jckt1L0ZxeW80T05oZG85RUVXaXlXcm93eFh3RCtBRHdZWXg2YzgzYU1NUmNBemdDY0pVbHl6TS9Qcit2czJRMDQ1eEpqckF5QWdYTmVCS0NJTVZZRW9MRHllUzduUEpzeGRzRnNOcDh6R0F6bmtwT1RpMjYrVlVMcWpUSms4WGVHN0tlZmZtck5rQjBJTy8yZFJWb0dhdWlJM1ZBcWxiMEJRS2ZUUWFsVTFyVjRxNlJVS2hFUUVJQ29xQ2dBZUFpQWJLTm9YZS9xMWFzZkFiaDI1Y3FWVGUzYXRadDgrZkxsNVFDdTVlWGxiZlgwOVB4L3VQSDNUZnUyYmRzK2R1Yk1tZDRBTHBXV2x1TFNwVXVMdW5YcmRyRHFRcGN2WDE0SndQWUhaMEZCd1U0QVRrNU9Ub0VXaTZWUW85SGNCVUNOaXFIb2E5TGV3OE5qMHRtelp3V0R3WkFKQURrNU9hdnV1dXV1TGRUUTJUK2owU2dBY0U5TVRJeVh1NVk3bFpDUWtBL2dXT1hYVFlXSGg2dkx5OHZiT1RnNHVIUE9OWklrT1FCUWM4NGRBR2dBY01iWU5iUFpmRTJoVUJTWGxwWmVLeXNydTVhWm1VbVhRaExaaUtJb0Foamk3ZTJONmRPbnkxMk9yS1pNbVlJREJ3NGdJeU9qZjJobzZBTk5tU0ZMV2g5cTZJamQ0SndQWTR3aEpDUkU3bExzV21ob3FMV2hHd0k3YXVqS3lzcHlBVUNTcEd1Vno3TUJ3R0t4V1AvQXJQYjd4c25KeVJjQVNrdEwvN0pPTTVsTUJkZHZ0N1MwOUh6VjU1MDZkVnJtNmVuNXo1S1Nra2pPdVhYYlN0VFMwRlh1aC9YbzBTTzJodGthQU1ZYXBoTTdrWmlZbUFFZ1ErNDZtbHBsTUhGTzVSY2h6UUpseVA2Tk1tUkpVMnJkUDIzRTNnd0ZnS0ZEaDhwZGgxM3IzNzgvQUlBeDFsL21VdTZJeFdJcEJBQ05SdFBaT2syajBYU3BZVkZidklHRGcwTlhiMi92Tjg2Y09UUHcvUG56VCtUbTVtNm9heitWOXdiaDlPblRmakV4TWF6cUY2aVpJNFNRQmhFY0hCek1HSHZFMDlNVEV5ZE9sTHNjdXpCNjlHaDRlM3NEd01PaG9hRzk1YTduZG1tMTJpNkJnWUhuUUgyRDNhSnZETEVMZ2lDMFo0emQ1ZXJxaXNEQVFMbkxzV3NCQVFGbzI3WXRBUGdHQmdaNnkxM1A3U292TDA4MkdBeUpYYnAwV1E2Z25hT2pvNjVqeDQ2djMyd2R6cmthQUJ3ZEhmMEF1TGR2MzM1RzFmbVNKT1VEZ0xPejh3TUEyZ0dBd1dESXVIYnQycEdPSFR0K29OVnFmUUNvbkoyZFE1MmRuZW5UVWtKYUlGRVVYdzRPRHRiSlhVZHJReG15TjdKbXlBS3dac2cyU3dhRElUTXBLZWx1TkZKK3JJT0R3OTJCZ1lGL0FhRGh6VzhUL2NRUnUyQ3hXSFFBNE9QamMxdERkYmNtakRIb2RCVi9xMmcwbWg0eWwzTkh6cDgvUDFhdFZuc0pnbkRKMzk5L1cyNXU3dnJLV1RWZVBtazBHczljdm56NVE1MU85MTFnWUdDVWRYUkxxL0x5OHJPNXVibWZkZXZXYlY5SVNNaHA2L1MvL3ZwckxBQ3BSNDhlcHdSQktQSHg4ZmtTTk1vdklTM1ZHclZhZlY0VXhSaEJFRjRMRGc0T2tMdWdsaTRnSU1BRHdDUUhCd2M4Kyt5emNwZGpWOGFPSFF1dFZnc0Evd2dKQ2VrZ2R6MzJpQ0tIN2h6ZFEwZnNna3FsOGdmUWFrZkV1bFcrdnI3UTYvWGduSGNIOEp1Y3RSZ01oaitxRG8xOHMrZlh6ek1hamFmUG5qMXJpMS93OFBDSU1CcU5HUUFzMXk5cmxabVpPVE16TTNPbTlmbVZLMWMrckRvL1BUMzloZlQwOUJldVd5MG5KU1ZsekowY0p5R2syUkVZWTRKYXJWNHBDTUlwenZsWEZvdGxYMEpDUW9MY2hiVTBsQ0ZiTzN2TmtMV255S0Y3N3JrbkVnQkVVVFFBRkRsME8rZ01IYkVYWFlHS1JvWFV6Y2ZIQndEQUdHdldseFc1dWJtTmRuUjAxQUZRYWJYYVB0N2UzZ3Z5OHZLK2tMc3VRa2pMd2hpN1Y2RlF2S05XcStORlVVd1dSWEdoS0lyaG9EUDFEWUl4OWlJQVBQbmtrM0tYWXBkR2pod0pBT0NjUHk5ektUZXdSZzRWRnhjZjd0cTE2MllIQjRjZThmSHhmb1dGaGJzN2RlcTBxcVoxdW5idHVrR3BWTHJGeGNYcExseTQ4SUNibTl1STY1ZXhSZzVsWm1ZdUFQNk9ITkxyOVcyS2lvcDIrZnI2Zm1KZDl2VHAwMzBCSUNZbVJsdjFnMXcvUDcvUHRGcXRjTzdjdWREWTJGaC9wVkxaM3MvUDcvMkdmeFdhUHpwRFIrd0M1N3c3WTh6V3FKQ2I2OXk1WWh5UjV0N1FPVGc0OVBEeDhWbWpVcW5hbTB5bVMzbDVlZis3ZVBIaUVybnJrcHNvaWhJQXpqa0hZOHlhWFdUN2wzTmU3VG1BR3BlcnVqQXFocm12bW9QRWI3YnN6YlpadFlicnQxbWx0bXJUcjkvVzlmdTYyVDVyMm1ibGNqZDliVzVXZjlXRnIxdnUrdGUzMnI1djl6aHFXcTQrMzdPcTI2cHRYOWN0WjZ1N2N2bGIvbjlTMDJ0eTNUWnZtRjdUOTZPMmJVcVNWR3N0TmYwZnJlLy85eHErYjdYcENtQUJnQVdpS0daVW5ybmJFeDhmSDRWR3VrZW9KYU1NMmJyWmM0WXNSUTYxRE5UUUVYdmhEL3pkcURTVWhJUUVSRVJFSURJeUVocU5wa0czTFNjdkx5OEFBT2U4V1hmQU9UazV5M0p5Y3BiSlhZZWRZVlVhRFlhL3p5RFlQclc4bGZ0TW0zclorbTZqSlJ6RHJTemIxSFUxMUQ0Ylk1dTNPbUJHWTlSbXhUblhBT2lrVXFuYWdzN1czUmJLa0syYlBXZklVdVJReTBBTkhiRUxqREV2QUhCM2Q2L1g4dW5wNlpnNWN5YTJiZHRtdDQxYVk5Ym81dVptZmVqWm9Cc205b0RyOWZxYi9WVlV0Y0d6UFI0d1lBQ0tpNHNaQUpTVmxURUFLQzh2WndCZ05wdVoyV3kyL2JIcTVlWEZBTUJrTWpHTHhXSmJCZ0NzenlWSllnRFFwazBiMjNUcnRPdVhreVNKdWJxNlZwdW0wV2l5NytSRklJMW1GT2VjQVlEMVgxUjhpR0Q3M2lxVnlxcnpxeTFiZFIybFVubkROcTZiZHYyMnEyMURvVkRVTlAzNi9Wam5zOHBHOElZNnJuK3VVQ2crdXRrTHdEblBaSXdkNXB5bjZ2WDZ4YWpmV1QxU0M4cVFyUjk3elpDOVZWVWpoNHhHby9WeHZTS0hFaE1UQTQxRzQ2azJiZG9NYzNOekczK3ovVlNOSERJWURPa05lQWd0RWpWMHhGNjBCK3JmMEJVV0ZpSTkzYjUvdmh1enhzcllBb0FhdXRibytrdk5BQUMvL3ZwcnZUZVFtWm5aZ09YVVRCUkZBRUIwZEhTajc0dlVMVHc4SEFBUUV4T3pWK1pTR3Awb2lqYzBkSnp6QzR5eEE1SWtiWTZOamYxZGpycGFNTXFRcllmKy9mdGovZnIxelQ1RHRtcmtVRXBLU29Tam82UGJyVVFPR1kzR1N6ZUxIQ29wS2RFRHlLc2FPWFRwMHFXWkJvUGhrck96Y3lBQXo1S1NrcDhhNi9pYUt4b1VoZGdMTFlCNmo0NFZFUkVCQU9qYnQ2L3REeFVBS0NvcXdxeFpzM0QvL2ZkanhJZ1JPSEhpUkxYMVRDWVQxcTVkaXhFalJxQlBuejU0OU5GSHNYNzlla2hTeFFkSkNRa0pDQThQeDk2OWV6RjA2RkFNR3pZTVVWRlIrUHJycnpGdzRFQU1HVElFUjQ0Y3NXMHZLaW9LRXlkT1JKOCtmVEJ5NUVoRVJrYldXV05kTmRTSGc0T0Q3V0c5VnlLRWtOYmxMT2Q4RllDZWVyMWVGeE1UOHpJMWN3MkxNbVRycjZWa3lBSVVPV1NQNkF3ZHNSY09BT3A5YWVLR0RSdHF2RGR1d1lJRktDa3B3WjQ5ZXdBQXMyZlBycmJlMHFWTGNlclVLYXhhdFFvNm5RNm5UcDNDRzIrOEFiUFpqSC85NjErMjVaS1RrN0ZyMXk2c1dMRUNjK2ZPeGNDQkE3Ri8vMzY4Ly83N1dMVnFGUjU2NkNFQVFFbEpDZWJObTRkdTNicGh6Wm8xV0xac21XM2Z0ZFZZM3hwdXhybzl4cGhHRk1WVnFMd2t5WHJKVXVXOVY0b3FsekF4eGhqam5DdXFQRmZVdFh5OWlpR0VFRHZDT1Y4bVNkTFhjWEZ4U1hMWDB0SlpMQmFkU3FXaURObDZzR2JJNnZWNmE0YXNySmVsVStSUXkwSU5IV2t4OHZMeWNPVElFV3phdEFtZW5oVlhJazZaTWdVdnYvd3lBS0Nnb0FENzl1M0RmLy83WDNUdjNoMEFFQklTZ21uVHBtSE5talhWbXFseDQ4YkJ5Y2tKano3NktQYnQyNGVJaUFnNE9UbGgyTEJoMkxGakJ5d1dDNVJLSlFZT0hJaXlzaktjUDM4ZUxpNHV5TXJLZ3Rsc2hrcFY4NC9XcmRSUVR3ekFLN1luMTcyaDN1bHpBUGg3b0RwQ0NMRi9lcjEranR3MXRCYVVJWHRyN0NsRDlrNjR1Ym1OTGlzcml5MHJLMHZYYXJYaEZEa2tQMnJvaUwwb0IrQmtOQnFoMVdwdmF3TTVPVGtBcW1mWnViaTQyQjVmdW5RSm5IUG9kTlZIK3ZmMTlVVmVYbDYxU3g2dGc0NDRPVGtCZ0sxQnRGN3FhRzNvMXF4Wmd6MTc5aUFrSk1RMjcyYVhUdGFuaHZxTUFHY3kyYTVxTUFLWVd6a011SFhJYjg0WTQ1SWtTVldmQStDU0pISEdtRlRiTW93eHFlcTJPT2RiYi9hcHF6VnNORGs1K2RFdVhicTg1K0Rnb0NzdUx2NDVPVGw1TW9CYzYvenJBMFlCYURwMjdEamZ3OE5qa2xxdDdtUXltYkp6YzNNL3o4N09YZ3JBVXJsNWhiZTM5eXdQRDQvL3A5Rm9mTXhtYzg3NTgrZWZLQzB0alVZZFlhUHQyN2VmNGUzdC9hWkNvWEM3ZXZYcXA1WDdySFU2SVlTUTIwSVpzcmVncFdUSVV1U1EvYUdHanRnRnpua1pZOHlwckt6c3RoczZhL04yK2ZKbDIyTnJrd2NBN2R1M0J3Q2twYVVoS0NqSU5qMHpNeE5lWGw2M1BKUjJabVltTm16WWdPM2J0ME9uMHlFeU1oS0hEaDI2NlRvTlZVTjVlVG1BaXRkTnI5YzNXc2ltS0lwYjY3T2NwNmZuUDArZE9qVlFxOVdxL1B6ODl2cjcrMytZbXBvNjBUcmZHakNLeW12ZmZYMTlQM1YyZHU1NTRjS0Z4MHRLU2s1cHRkcWVYYnQyM2FaUUtGUVhMMTZjRHdBK1BqN3Z0V25UWmxSNmV2cms0dUxpS0kxR2M3ZENvU2dCS3NKR0hSd2NkT2ZPblFzMUdBeGxkOTk5OTFZL1A3LzMwOUxTL3VuZzRORFZ4OGRuOWRtelp3ZVhsSlJFT1RrNUJRQVZvMnpWTkowUVFzanRvUXpaVzlOU01tUXBjc2orMEtBb3hDNHd4cTRBRlpjazFrZWJObTBBQUxHeHNTZ3Fxc2l0OVBIeGdVNm53NW8xYTFCVVZJU3NyQ3hzM0xqUnRvNm5weWNHRFJxRXBVdVg0dHk1YzdCWUxFaE1UTVM2ZGVzd2VmTGtXNjdaYkRZRHFEanJWbFJVaEMxYnR0UlpZMFBWVUZoWUNBQmdqT1hkY3VHTklETXo4eTBBT1FhRElldnk1Y3NyM056Y1JsYWRYeVZndEJDQXA2ZW41N09abVpuVFNrcEs0Z0NZREFaRDVNV0xGeGQ0ZW5wYXI1OTM4L1QwZkRrdExXMUtjWEh4Y1FBbW85RjRxcXlzTEEyVllhTlpXVmt2VllhTjV1Yms1S3h5YzNON0NnQVVDb1VSQUhkd2NQQUZVRnhhV3ZybnphWVRRZ2k1YmY1QTQyVElob2VIdzJoc1dWRmpMU1ZEbHRnZmF1aUlYZUNjNXdCQWZuNSt2WmIzOC9QRDZOR2pNWFBtVER6MTFGTzI2Y3VYTDBkdWJpNkdEQm1DMmJOblkvVG8wZFhXVzdSb0VjTER3L0hTU3kraGI5KyttRDkvUGlJaUlqQisvRTNqVUdyazcrK1A4ZVBIWTlhc1daZzhlVEx1di8vK2V0WFlFRFZVYVh5djNITGhqY0JvTk5yR3dUZVpUQmNWQ29VTEtnSkRBVlFQR0hWeWN2SUR3SXFMaTZzTldHQXltYzZwVktvT0FCUk9UazQ2eHBqcTJyVnIrdXYzVlRWc1ZCUkZMb29pNzlhdDIzNmxVdGtHZ01aZ01HUmN1SERobWM2ZE95KzU1NTU3RWx4ZFhSOEVnTnFtRTBJSXVUMjNreUg3NUpOUDJuV2oxcGcxVW9Zc0lhUkZFMFZ4a3lpS2ZPL2V2WnpVN1ljZmZ1Q2lLSEpCRUxZMzh2ZUZpNkpZNjZnb1dxMzJQbEVVdVZhcnRYMDg2K25wT1NVNE9EaXo2bndBTGxWVzYxaTVUcCtxMi9MdzhIZzJPRGc0bzNLOUxxSW9jaWNucDE0MTdOT25jdjI2YnRyUStQajR2QjhjSEh6OVNHSzFUU2NOeVBwL2g5aUh1bjZXQ2JrZG9pam1pcUxJOC9MeTZ2WC9NRDQrbm91aXlNdkx5eHRrdWNiUW1Qdk96OCszdm5jMzZ0VTE5UFBlK3RBOWRNUXVjTTcvWW96WmZWaTR2Ymg0OFNJQWdER1dJbk1wQUlBT0hUb3NTMHRMZTluQndhR2psNWZYbTdtNXVSdHVzdmlsZ29LQzcvejgvRDdOeU1pWVhIa1BYWGpIamgzZnpzN09maGNBREFaRFprRkJ3VjVmWDk5UE16SXluaXNwS1VseWRuWU9zbGdzUlFhREllVm1ZYU9Pam81K2FyWGFwN2k0K0VSWldWbXlRcUZ3Qk1BY0hSMTlhNXFPNndLNkNTR0UxTnR0WjhnQ1FIUjBOSUNLRE5uRml4ZmorUEhqYU5ldUhaNTQ0b2xxNjVsTUpxeGZ2eDRIRGh6QWxTdFg0T0hoZ1NlZmZCTFBQLzg4RkFvRkVoSVNFQkVSZ1lVTEYyTE5talZnakdIeDRzVTRkKzRjUHYvOGM2aFVLcnoxMWx1MnlLR29xQ2g4OE1FSE9ILytQRHAwNklBNWMrYllhcXF0eHJwcXFJK3FHYktpS0s3Z25GdFFrZDFtL1RKenpzMEtoY0pzZmN3WXMxZ2ZBekJMa21SUktwVm16cmxaa2lRTDU5eGM5YmxLcFRMWHF4alNvbEJEUit4Rk1nQnE2T3FweXV0a0Z3MmR3V0NJREFrSk9jY1ljOHpMeS92NjBxVkxpMjYyZkVwS3l1UXVYYnE4bzlQcERxbFVLaytqMFpoeStmTGxGVmV1WFBta3lqSlArL2o0ck9qYXRldGhwVkxaeG1Bd25FbEpTWmtJVklTTjZuUzZqM3YwNkhHS01hWXhHQXhKR1JrWnJ3TUE1MXpsNit2N3VVYWowUm1OeGdzcEtTbVRLaWJYUEwweFh4ZENDR25oS0VQMk5qTmtBYnhlMHlqU1ZhZlY5RmlwVk5xZVd4OWJuOS9xNEc2azVhQ0dqdGlMVktCaWdCRlN0NHlNREFDQTJXdytKM01wQUlETGx5OXZ1bno1OGlmWFQ2OHRZQlJBYVdabTV2L1ZFUnRRbkpHUjhXSkdSc2FMTmN5ck5XeTB2THo4ZkZKUzBnMGpXTlkyblJCQ2lIeGFhNGFzSkVtekFLZ1pZMm9BYWxUOFRhNW1qS2tBcURqbktnQkt4cGhLa2lRVlkweFowN3pLNTBvQXFpclB3eWx5cUhXaGhvN1lCWlBKbEtMUmFKQ1JrUUhPZVkwQjE2UUM1eHdwS1JVbjVoaGpaMlV1aHhCQ1NPdEZHYkszbVNFYkd4dTdzczRWYmxOOTc1K2p5S0dXZzg3TkVydVFtSmlZd3puUExDd3N4Tm16MUtQY1RISnlzblUwMEl0eGNYRlpjdGREQ0NHa2RlS2Nsd0ZBV1ZuWmJXK2phb2FzVlcwWnNsWGRhWWJzcDU5K2l2ZmVldzhqUjQ2c2M1MkdxcUZxaHV3dEZkMUlLSEtvNWFDR2p0aVRRd0J3K1BCaHVldXdhNy85OWhzQWdIUCttOHlsVkwyazhwcmN0UkJDQ0dsYWxDSGJ2RE5rS1hLbzVhQ0dqdGlUN3dGQXI3L2g5d0NwSWpZMkZnREFHS1BPbHhCQ2lHdzRaY2cyNnd4WnJWYmIxdnJZd2NHaGg4bGt5c0xmOThJQmdPMDYxTkxTMG91VjYvU291ZzJOUnRQVlpESmxBcEE0NTVjQndNbko2ZTdyOTJXZGQvcjBhYitZbUJoVzlRdUFFUUR5OC9PL1RraEl1T3ZhdFdzLyt2djcyMktaYXB0T0NMRkRnWUdCdnFJbzhnRURCbkNMeGRMZytTOHRnY1ZpNFlNR0RlS2lLUEtnb0tDdWpmMDlvU3diY3Jzb2g4NiswTTh5YVF5VUlYdHI3QzFEMXMvUGJ5T0FOZzRPRGowQ0F3UFBkK3pZY1VuVithaWVJUXVkVHZkdFFFQkFyTE96Y3dnQWxWYXI3Uk1VRkpUYXZuMzdHVldXMlJNUUVCRGo3T3djQ2tEbDdPd2M1dWpvcUFPQTd0MjcvNmJUNlhab3RWcWZ5bm1oenM3T2d3REEwZEhSejlYVnRSOEFkZnYyN1Y4S0RRMHRRRVhrVUkzVEcvUUZhd0ZvVUJSaU41S1NrdEpGVVR4WlZGVFU4K2VmZjhiZ3dZUGxMc251SER0MkRQbjUrZUNjeHlZbUpwNnZldzFDQ0NHa2NYREtrTDBsOXBZaFM1RkRMUWMxZE1TdVNKTDBrVUtoMlBEdHQ5OVNRMWVEWGJ0MkFRQVlZLytWdVJSQ0NDR0VNbVJ2Z2IxbHlGTGtVTXRCOTlBUnUySTJtNzhIWUVsTVRJVFJhSlM3SEx0aU5CcHg4dVJKQUxCd3puZklYUThoaEpCV0x4V2dETm42c3JjTVdkSnlVRU5IN0VwbGZNRjJnOEZ3dzhoVHJkM09uVHRSVWxJQ0FIdjBldjFGdWVzaGhCRFN1cGxNcGhRQXRneFpVanRPR2JLa0VWRkRSK3lPeFdKNUZ3QzJiZHQyMDZEUDFrU1NKR3pldkJrQVlMRllWc2xjRGlHRUVFSVpzcmZBbmpKa0tYS281YUdHanRpZCtQajRHTTc1a1p5Y0hPemN1VlB1Y3V6Q2dRTUhrSm1aQ1FDUmNYRnh4K1N1aHhCQ0NLbEVHYkwxWUU4WnNxVGxvWWFPMkNXTHhUSWJBRFp1M05qcXo5Skprb1FOR3pZQUFNeG04eng1cXlHRUVFS3FvUXpaZXFBTVdkS1lxS0VqZGlrK1B2NEU1end5TXpNVC8vMXY2eDdROGV1dnY4YUZDeGZBT2Y4elBqNytGN25ySVlRUVFxeU1SbU1VQUZ5NGNLSFZmd0JiRzBtU2NPYk1HUUNBMFdnOEluTTVwQVdpaG83WUsyNnhXSjdqbkVzYk4yN0VsU3RYNUs1SEZsZXZYc1hubjM4T3pya0VZQ29vZTRVUVFvZ2RTVXBLU2dkd3NxaW9DRC8vL0xQYzVkZ2x5cEFsalkwYU9tSzM0dVBqendKNHU3UzBGUFBuejVlN0hGa3NXYklFMTY1ZEE0QjM5WHA5bk56MUVFSUlJZGVUSk9rakFQajIyMi9sTHNVdVVZWXNhV3pVMEJHN1pyRlkzZ09RRVJVVmhmLzk3Mzl5bDlPa3RtelpnaU5Iam9Cem5sVmFXcnBVN25vSUlZU1FtbENHYk8wb1E1WTBCV3JvaUYyTGo0OHZrU1JwRkFEejJyVnJiVGNWdDNRSkNRbFl2WG8xQUpnWlkyUE9uajFiTEhkTmhCQkNTRTBvUTdaMmxDRkxtZ0kxZE1UdXhjYkd4a3FTTk5Wc051TzExMTVEWGw2ZTNDVTFxb0tDQXZ6NzMvK0d5V1FDNTN4R1RFek1IM0xYUkVoVFNFaElRSGg0T01MRHc5R3paMDhNSGp3WWl4WXRRbkZ4Y2JYNXBhV2wxZGFMakl4RWVIZzRvcUtpcWsxLzU1MTNNSGJzV0pqTjVpWTdCa0phSzhxUXZSRmx5SkttUWcwZGFSWmlZMk0zU0pMMGNVRkJBU0lpSWxCVVZDUjNTWTJpdUxnWXp6Ly9QSEp6YzhFNS8xeXYxMzhpZDAyRU5MV2pSNDhpS2lvSzY5ZXZSMHBLQ2hZc1dIRFQ1ZnYyN1l0Qmd3YmgvZmZmdC8waGVlYk1HZXphdFF0ejU4NkZTcVZxaXJJSmFkVW9RL1pHbENGTG1nbzFkS1RaTUpsTXIzTE9kMmRsWlNFaUlzSjZDVU9MVVZKU2dxbFRweUkxTlJXYzh3UEZ4Y1V2eTEwVElYSlJLQlM0NjY2NzhNSUxMK0RZc1dOMWZ1TC8ybXV2SVNNakEzdjM3Z1huSEN0V3JNRGpqeitPME5EUUpxcVlFRUlac24rakRGblNsS2loSTgxR1VsS1NzYmk0ZUJ6bi9HQmFXaG9pSWlKdzllcFZ1Y3RxRVBuNStaZzZkU3JPblRzSHp2bVArZm41VHlVbko1ZkxYUmNoY2lzdkw0ZFdxNFZDY2ZPM0t5OHZMMHlkT2hWcjE2N0ZqaDA3a0ptWmllblRwOWU0clBYU3plUEhqMlBNbURIbzI3Y3Zac3lZZ1lLQ2dtcno5K3paZzRjZmZoZ3JWNjRFQUpoTUpxeGR1eFlqUm94QW56NTk4T2lqajJMOSt2WFYvbkMxL2hFM2F0UW8yektuVDU4R1VERTR3bi8rOHg4TUhEZ1EvZnIxdzV3NWM2eWoyQUlBdG03ZGlxRkRoNkp2Mzc2MmZkNXNPaUgyaGpKay8wWVpzcVFwVVVOSG1wWGs1T1R5L1B6ODBaenp3eWtwS1JnM2JoeVNrcExrTHV1T25ENTlHaE1tVE1EWnMyZkJPZjlWb1ZBOG5wcWFXaVozWFlUSVNaSWtuRHAxQ212WHJzVzRjZVBxdGM3VFR6OE5WMWRYckZpeEFxKzg4Z3JhdEdsejArWDM3Tm1Eeno3N0RMdDM3MFp1Ymk3ZWZmZmRhdk5QbkRpQnZYdjNZdHEwYVFDQXBVdVg0dGRmZjhXcVZhdHcvUGh4TEYrK0hEdDM3c1NubjM1cVcrZjk5OS9IamgwN3NIanhZaHcvZmh3ZmZmUVIzTnpjQUZURWtKdzVjd1pidDI3RnZuMzdrSitmai9mZWV3OEFrSm1aaVhmZmZSZExsaXpCVHovOWhPSERoOTkwT2lGMmlqSmtRUm15cE9sUlEwZWFuZFRVMURLRlF2RVk1L3p6L1B4OFBQLzg4emh3NElEY1pkMldIMzc0QWM4Ly96eXVYTGtDenZsR285RTRMRG82dXJUdU5RbHB1UjU4OEVIMDZkTUg4K2JOdzVOUFBvbC8vZXRmOVZyUFlySEFaREpCclZiWDY1THNmLzNyWDJqWHJoMDZkT2lBaUlnSUhEbHlwTnI4eVpNbnc5blpHUzR1TGlnb0tNQytmZnN3ZCs1Y2RPL2VIU3FWQ2lFaElaZzJiUnAyN0tnWWlieTR1QmpidG0zRC9QbnpFUm9hQ3BWS0JaMU9oNDRkT3lJL1B4OEhEaHpBRzIrOEFTOHZMN2k1dVdIU3BFbjQ2YWVmQUFCcXRScU1NV1JuWjhQSnlRbUJnWUUzblU2SXZhSU1XY3FRSlUyUEdqclNMRVZIUjV2MGV2MVV6dmxySnBPSnYvWFdXNWcxYXhZS0N3dmxMcTFlaW9xS01HZk9ITHo1NXBzb0x5L25uUE0zOVhwOVJGSlNrbDBFK0lTR2hncUNJS3dIQU03NXVaQ1FrRDV5MTBSYWo2TkhqK0xQUC8vRWpoMDdNR0hDQkRERzZyWGUyclZyNGVycWlsbXpadUhqanordWMwVGNEaDA2MkI2M2I5OGVwYVdsMVM2ZjdOS2xpKzN4cFV1WHdEbUhUcWVydGcxZlgxL2s1ZVZCa2lSa1pXWEJZckdnUjQ4ZU4rd3JPenNibkhOTW1EREJOcExuakJrelVGSlNBcFBKQkM4dkx5eGV2QmhyMTY3WnNyejNBQUFmNDBsRVFWVEYyTEZqb2RmckFhRFc2WVRZTThxUXBReFowclNvb1NQTm1sNnZYd1hnZmdBcFAvLzhNMGFOR29VZmYvd1JuTnZuMVEyY2Mvenl5eTk0NG9rbmNPalFJWERPVXpubkEvUjYvWExJZkVsR2VIaTRPaXdzN0FsQkVJNG9sY29ZeHRnVUFHQ00zYTFTcWY0UUJDRXFORFIwYkdCZ29FYk9PZ21wU1ZKU0VyWnMyWUkzM25nRGp6LytPSHg4Zkd5WE05YW02djFyYVdscDZOQ2hRN1Y3OWFvMmt1M2J0N2N0VjFWbVppYTh2THlnVUNqZzd1NE9BRWhQVDc5aFgrM2F0UU1BN04rL0g5SFIwZFcrMUdvMUFHRDQ4T0hZdTNjdit2VHBnOWRmZjkyMmJtM1RDYkZYbENGTEdiS2thVkZEUjVxOW1KaVlQL0x5OGdJQnJMOTI3UnBtejU2TlNaTW00Y1NKRTNLWFZzM0preWZ4N0xQUDR0Ly8vamNLQ3dzaFNkS1hDb1VpVUsvWEg2bDc3Y1lURUJEZ0lRakNxNUlrcFNnVWlwMk1zUWRkWEZ3d1pzd1lmUHJwcDVnd1lRTGF0bTBMeGxndnBWSzVUYVBScEF1QzhFWmdZS0MzbkhXVDFpcy9QeDlYcjE3RjFhdFhrWmVYQjVQSmhMZmZmaHNqUjQ1RVVGQVFHR09ZTldzV0RoMDZkRU0yWFZVZmZmUVJTa3BLa0phV2hpKysrQUlqUjQ2c2RWbFBUMDhNR2pRSVM1Y3V4Ymx6NTJDeFdKQ1ltSWgxNjlaaDh1VEpBQ3JPcGozMDBFTll1blFwL3ZyckwxZ3NGcHc5ZXhaWldWbnc4dktDS0lwWXVYSWxjbkp5WUxGWThOZGZmOW5xdTNUcEVtSmpZOEVZZzQrUEQ0eEdJempudFU0bnhONVJoaXhseUpLbVErRThwRVZJVFUwdFMwMU4vWCtDSUh3RjRMMHpaODcwZlBIRkZ4RWVIbzVKa3liaHdRY2ZyUGRsV3cySmM0N2p4NDlqOCtiTlZSdE1QZWQ4Vm14czdFOU5YbEFWSVNFaFFVcWw4a1VBLzJTTU9RQVZsNDg5OWRSVGVPcXBwNkRWYWdFQVBYdjJ4UFRwMDdGcjF5NTgrKzIzU0VsSjhRS3d6TUhCNFcxQkVMNnlXQ3dmeDhmSHg4aDRLS1NWR1RWcWxPMnhWcXZGcEVtVGNPWEtGYno4OHQ5Skh5RWhJUmcrZkRpV0wxK09yVnUzUXFPNThjUnlTRWdJbm5qaUNaU1hsMlA0OE9HWU9uWHFUZmU3YU5FaWZQVFJSM2pwcFpkUVVGQ0FMbDI2SUNJaUFtUEdqTEV0czNUcFVxeGV2Um92dnZnaVNrcEs0Ty92ajZWTEs2NjZXckZpQlpZdlg0NHhZOGJBWkRKQnA5Tmg1c3laQUNydS8xdTBhQkd5c3JMUXVYTm5MRm15Qkl5eFdxY1QwaHpFeHNadUNBc0w2MWxRVVBCU1JFUUV2dnJxcXpvSEsycU9LRU9XeUkzZUZVaEx4RVJSbkFoZ0FZQzdnWXBQMTU5NTVobjA3OThmUGo0K2pWNUFWbFlXamh3NWdrMmJOaUVuSjhjNk9VV1NwRVd4c2JHYkFNZ1YwS01TUmZFUnp2bi9NY1lHQVJXWGxmWHExUXNUSjA1RXYzNzlidnJISXVjY1VWRlIrUHJycnhFWkdXbTczNGh6Zmx5U3BGVnhjWEY3QVppYTVFaUlYUk5Ga1FOQWRIUzAzS1hjSUNFaEFSRVJFVGg2OUNpY25KemtMcWRKaEllSEF3QmlZbUxvZlo4MHFjREFRSTFHby9tR01mYTRuNThmTm0zYUJHZG5aN25MYWpBbEpTVjQvdm5ucmJGREI0cUxpMGZMSFR0ay9mMUxQKyt0QjMyalNVdW1FRVZ4RElDWEFUeG9uYWpUNmZESUk0K2daOCtlNk5HakJ4d2RIZTk0UjJWbFpmanJyNzhRSFIyTjc3Ly9Ic25KeWJaNW5QUGZPZWNmeDhiR2JnTmd1ZU9kM1liZzRHQjNsVW8xQ2NDcmpERi9BSEJ5Y3NMUW9VUHh6RFBQd04vZi81YTNlZkhpUld6Y3VCSGZmLzg5aW90dHR3bGM1Snl2QXJCUnI5ZTN6dkdxQ1FCcTZPd05OWFJFVHQyNmRYTndkWFhkeVJnYnJ0UHBzRzdkT25oNGVNaGQxaDNMejgvSFN5KzlaSTBkK2pFL1AzK2tQY1FPVVVQWCt0QTNtclFLd2NIQndXcTErbVVBandEd3JUcnYzbnZ2aFNBSTZOS2xDN3k5dmVIbDVZVzJiZHZDMGRFUmpvNk8wR2cwTUJxTktDc3JRM2w1T1FvTEM1R1RrNE5MbHk0aEt5c0xlcjBlcDA2ZHFuWmZDK2M4RThEM2xZMmNiSGVEQndjSEI2aFVxbjh4eHFZQzBBSkE1ODZkOGVTVFQrSWYvL2dIWEZ4YzduZ2ZCb01CTzNic3dIZmZmVmQxd0lneXp2bi9HR05yWTJKaTR1OTRKNlRab1liT3ZsQkRSK1RtNysvdjZPN3V2b2N4TnNUZDNSMnJWNjl1MWpFY3AwK2Z4aXV2dkdLTkhmcFZvVkE4WmkreFE5VFF0VDcwalNhdGppQUlQUmxqVDNQT2V6UEdSQUIzZm9vT0tBTVF5em1Qc2xnc20rUGo0Nk1nMzZpVlNsRVVCd1A0UDFRMHNHQ01RUlJGVEpnd0FRTUdER2lVZTNBNDUvajk5OTl0OXd0YUcxek8rYStNc1ZVeE1URUhJTk1aU3RMMDdMbWhhNDJvb1NQMklEdzhYQzFKMGxyRzJCUzFXbzM1OCtmajBVY2ZsYnVzVy9iRER6OWc0Y0tGS0M4dnQyYklUcldYMkNFQUVBVGhWY0EyRWpocEJlZ1hPMm50V0hoNGVHL09lVjhBM1RqbnZnQjhHR1B0QURnQmNPS2NPekxHeWdDVUFpamxuT2NEU0dlTVpRQkk1cHovb2Rmcm95QnpzOUt0VzdjMnJxNnVFd0c4eGhqckJnQ09qbzRZTW1RSW5ubm1HWFR0MnJYSmFrbFBUOGVtVFp0dzZOQ2hxZ0hQNlpJa3JUS1pUSnVTa3BKYTluQm5oQm82TzBNTkhiRW5naUM4eWhoYkNZQTkvUEREbURkdkh0cTJiU3QzV1hVcUtpckM4dVhMY2VqUUlRRGduUE01ZXIxK0JXU09IYklLRFEwVkZBckZpNHl4S1p6em55d1d5OXo0K0hqN0d2S2JOQXI2eFU1SU15ZUtZamNBTDNET3B6SEdYQURBMjlzYlR6NzVKTWFOR3dkWFYxZlphaXNwS2NGMzMzMkhIVHQySUNNand6clpBT0MvblBOUDlIcjlLZG1LSTQyS0dqcjdRZzBkc1RlaUtONEg0R3NBT2hjWEY3ejExbHNZTkdpUVhZN2l5am5IcjcvK2lzV0xGNk93c0JDYzgxUUF6OG9kT3dSVW5QVzBXQ3lQTWNaZVpZdzllUDE4enZtZmtpU3ROSnZOdSt6cExDSnBXUGIzVTBNSXFRK0ZJQWdEQWN4a2pObkNzOExDd2pCdTNEZ01Iank0V2tDeTNDUkp3dEdqUjdGbHl4YjgrZWVmMXNrY3dHSE8rUWQ2dmY0UTVCdjVrelFDYXVqc0N6VjB4Qjc1Ky9zN3Rtdlg3a01BVXdFZ0lDQUFNMmJNUUo4K2ZXU3U3RzhuVDU3RWh4OStpS1NrSkFDQUpFbGZLcFhLbCtXK1h5NGdJTUJEcTlVK0MrQVZ4bGdYQUhCeGNjRWpqenlDSVVPRzROZGZmOFdCQXdkUVdGZ0lBT0NjNXdENHdHZzBia2hLU3NxV3NYVFNDT2dYT3lITlNHQmdvSXRhclI2dlVDaGVBeEFBQUE0T0RoZzBhQkFtVFpxRUhqMTZ5RnhoM1M1Y3VJQk5temJoaHg5K2dNRmdzRTVPa1NUcFBRQ2JZMk5qQzJRc2p6UVFhdWpzQ3pWMHhKNEpndkFRZ1BjWVl6MEIySFdHckY2dmJ4WVpzZ0JRWGw1ZU5VUFdPdG5JT2FjTTJSYUdmckVUMGd5RWhJVGNwVlFxcHpMR1hnVFE5diszZC9mQlVkWDNIc2MvWnpjQmh3cEZBY0ZyZFJqdzJtbEZ5SjRWTkVJVktFaWhTQzFTcEVCNzBhbTExNGU1Yy9YaTQ2ZzhXcXo0QUdJMWNsVktFSG5HQkFFdHBZZ0tDTjVrTndHVWhGZ3JCQ01SRTB4RXpNT2UzLzBETmcyUDJVMDJlM2FUOTJzbU04dnVudC81YnJJNTRidm5kMzRmU2VyU3BZdHV2UEZHalJzM1RoMDdkblM1d3VoVlZsWnErZkxsV3IxNnRUNy8vSE5Ka2pIbUcwa3ZPWTZUa1plWFYraHVoV2dLR3JyRVFrT0hKRUNHN0ptUklZdXo0c0FPSkM3TDUvTmRhMW5XM2NhWTBkYnhvL1VWVjF5aHNXUEhhdGl3WWZKNnZXN1gyR1NPNCtqdmYvKzdsaXhab2tBZ0lPbllsZWFXWmExekhHZE9NQmo4bXhMa2duTkVqb1l1c2REUUlZbVFJWHNjR2JLSUZBZDJJTUg0L2Y1Mm9WRG9WOGVuVlY0aFNXM2F0TkhBZ1FNMWNlTEVwTTd0YWNqZXZYdTFjT0ZDYmR5NFVWVlZWWklrWTB5aE1XYjIwYU5IbHhRVUZGUTJNQVFTQkExZFlxR2hReklpUTVZTVdVU0dBenVRSVByMjdYdHhiVzN0N3lUZGRUdzJRWjA2ZGRLb1VhTTBmdng0blgvKytTNVhHRDhWRlJWNi9mWFhsWldWVlgvYVM0VXg1Z1dQeHpNL0p5Zm5FemZyUThObzZCSUxEUjJTSFJteVpNaml6RGl3QXk1TFMwdTd4cktzdXlXTnRTekxJMGsvK3RHUE5IYnNXSTBZTVVJcEtTa3VWK2llVUNpa0RSczJhT25TcGNyUFAvWmhvVEhHc1N3cnkzR2N1Y0ZnY0xPWWpwbVFhT2dTQ3cwZFdoZ3laSnNCR2JMSml3TTc0SUx1M2J1ZjA3Rmp4OUhIcDFYYWtwU2FtcXBycjcxV0V5ZE9WTy9ldlYydU1QSHMyYk5IQ3hjdTFLWk5tMVJkWFJlbDg1R2tKMnRyYTVmbjUrY2ZPY3ZtaURNYXVzUkNRd2NrRmpKa0VVc2MySUU0OHZsOC82WmpTdzMvbDZUT2tuVGVlZWZwaGh0dTBQang0OVdsU3hkM0Mwd0M1ZVhsZXYzMTE1V2RuYTB2dnp4MjdiWXg1ckRINDVubk9NNy9CZ0tCenhvWUFuRkFRNWRZYU9pQWhFQ0dMSm9GQjNZZ0R2cjA2ZFBQNC9IY1pWbldyeVdsU05KbGwxMm1YLzNxVjdyaGhodVVtcHJxY29YSnA3YTJWbSs5OVphV0xWdFdGL2lxWTFOblZvWkNvZWZ5OHZMZWQ3RzhWbytHTHJIUTBBSHVJVU1XelkwRE85Qk1McjMwMHJZZE9uVDRoYVI3SkYwbFNTa3BLZXJmdjc4bVRwd28yN2JkTGJBRjJiVnJsekl6TTdWNTgyYlYxQnlMMGpIRzVGbVdOYnUwdEhSbGNYSHgwUWFHUUl6UjBDVVdHam9nL3NpUVJieHdZQWRpckZldlhsMVRVMU52T1Q2dHNwc2tmZi83MzlmUGYvNXpUWmd3UWQyNmRYTzV3cGJycTYrKzB1TEZpNVdkbmEyeXNycHJ0Nzh5eHN3TmhVS3Y1T2ZuRjd0WlgydENRNWRZYU9pQXVDRkRsZ3padU9QQURzUkk3OTY5YmEvWGU2ZGxXYitSbENwSlBYdjIxSmd4WS9TTFgveENiZHUyZGJuQzFxT21wa1pyMTY3VnNtWExWRkJRRUw2N1Z0SlNTZk55YzNNL2NLKzYxb0dHTHJIUTBBSE5pd3haTW1UZHhJRWRhQUsvMzU5cWpCbHBqTG5Yc3F6K2t1VDFlcFdlbnE0SkV5YW9iOSsrelpJYmc4Z1lZNVNYbDZmTXpFeTk5OTU3Q29WQzRmdi96N0tzMlJVVkZXOFVGUlZWdVZ4bWkwUkRsMWhvNklEbVFZYnN2NUFoNng0TzdFQWorUDMrem83ai9JZWsvN1lzNnlKSmF0Kyt2WVlQSDY2SkV5ZnFvb3N1Y3JsQ25LeTB0RlNMRmkzUzJyVnJkZmh3M2JYYnBZN2pQT3YxZWhmazVPU1V1RmxmUzBORGwxaG82SURZSWtQMnpNaVFqVDhPN0VBVS9INy9GWTdqM0NIcEZzdXkya3BTOSs3ZGRkTk5OMm4wNk5FNjU1eHpYSzRRRGFtcXF0S2FOV3UwZlBseUZSVVZoZSt1a2ZTYWprM0hwQU9KQVJxNnhFSkRCelFkR2JMUkkwTTJQaml3QXhGSVMwc2I2UEY0SHBVMFNKSThIby82OWV1bkNSTW1LRDA5bldtVlNjZ1lvNXljSEMxYXRFaGJ0bXlSNHpqaCs3ZFpsalV0TnpmM0xaZExUR28wZEltRmhnNW9QREprbTQ0TTJlYkZnUjJJZ00vbnE3UXM2OXp2ZmU5N0dqWnNtSDd6bTkvb2trc3VjYnVzdUR0NDhLQnV2LzEyclZxMTZyVGhwenQzN3RTa1NaTzBiZHMydFduVHhvVUtHNmVrcEVTTEZpM1N1blhyVkZGUklVbmY1dWJtZnMvdHVwSVpEVjFpb2FFRG9rZUdiT3lSSWRzOFd1OEVYeUE2bVpMKzA3WnRQZnp3dzI3WDRwcXVYYnZxalRmZWNMdU1tTHZ3d2dzMWVmSmtIVDE2VkZsWldUTEdySE83SmdCQS9KRWgyN3hTVWxJMGN1UklqUnc1c242R3JMZW1wbWFzMStzZDYvUDV5SkJ0QkJvNklBS080OHowZXIyM3ZQZmVlK2Q4OU5GSCt2R1BmK3gyU1lpeFR6LzlOTnpNVmRYVTFEemdkajBBZ1BnaFF6YitldlhxcFNlZWVPTGtETmsra2pJdnVPQ0NaN3QwNlVLR2JJUk9uVE1GNEJSNWVYa0hITWQ1U3BLZWZmYlpxTGZmdVhPbi9INi90bS9mcnZIangrdnFxNi9XMkxGajlmSEhIOWM5cDZhbVJuLys4NTgxY3VSSVhYWFZWUm94WW9UbXo1OWZkMjFYSkdPY2JkL1oyZGthUEhpd1pzK2VMVW1xcnE3V24vNzBKdzBhTkVnREJnelFRdzg5cEcrKythWnV1eVZMbHVqNjY2OVhlbnA2M1RiaHNiNzk5bHRKeDVZb25qeDVzcTY1NWhxTkhEbFMyN2R2UDJIZlo5dEhKSy9IY1J3dFdMQkFvMGFOcXZ1ZWhCOXZxUDVvUGYvODg1SWt5N0lXN3RxMWk2V1ZBYUFWNk4yN3QrM3orVjV1MDZiTmZzdXkvaWlwVzgrZVBYWC8vZmRyL2ZyMXV2ZmVlMm5tbWxtblRwMTA5OTEzYTkyNmRYcmtrVWYwd3gvK1VKSTZXWlkxTlNVbDVWUGJ0aGZadG4yMTIzVW1NaG82SUVJMU5UVlBTenFjazVPamJkdTJOV3FNVmF0V2FlN2N1ZnJyWC8rcWJ0MjZhZnIwNlhXUHpadzVVKys4ODQ2ZWZ2cHBiZG15UmJObXpkTHExYXVWa1pFUjhSaG5zMzM3ZHExWnMwWi8rTU1mSkVrelpzelFuajE3dEdUSkVyMzU1cHNxTHkvWFUwODlKVWtxTGk3V2swOCtxUmt6Wm1qanhvMGFQbno0YWNkODdMSEg5UFhYWHlzN08xc0xGaXc0NWZ0eXRuMUU4bnFlZWVZWnJWcTFTdE9uVDllV0xWczBiOTQ4ZGV6WU1lS3hJN1Z6NTA1dDJyUkp4cGh2cXF1ckgyblVJQUNBcE9EMysxTnQyLzZseitkN1B5VWxKY2V5ckZ1OVhtL3FnQUVEOU1JTEwyanAwcVVhTzNhczJyWnQ2M2FwclVwcWFxcHV2UEZHdmZiYWEzcjU1WmMxY09CQWViM2VGRWtUSkczeitYd2Yyclo5ODZXWFhzb1BCa0RqK1h5K2UyemJOdVBIanplTzQ1aEk1ZWZuRzl1MnpiNTkrK3J1MjdKbGkvSDcvU1lVQ3BueThuTGo5L3ROTUJnOFlidXNyQ3d6Wk1pUWlNWm9hTjk3OXV5cHU2K3NyTXo0L1g1VFVGQlFkOS83Nzc5dmZ2S1RueGhqalBuaWl5K00zKzgzV1ZsWnB4M3J5SkVqNXF1dnZqSzJiWnZkdTNmWFBiNTE2MVpqMjdhcHFxcHFjQjhOdlo2S2lnclR0MjlmOCtHSEg1N3ltaG9hT3hxTzQ1amJicnZOMkxadDB0TFNubkQ3UGRaUzJMWnRiTnVPK3VlQjVoSCtlYmo5dmdEYzVQZjdPL3Q4dm50OVBsOXgrSGZpdXV1dU03Tm16VExGeGNWdS81cmlOQTRlUEdpZWV1b3BNM2p3NExyam1HM2JCOVBTMGg3MCsvMFh1djJlU2hSY1F3ZEU0ZURCZ3k5MjY5YnRmL2JzMlhQaDIyKy9yWi85N0dkUmJkK3BVNmU2MiszYnQ1Y3hSclcxdFNvcEtaRXhSajE2OURqaCtaZGNjb25LeXNycXBsMmViUXl2MTZ0Ky9mclZQZGF2WHorOThNSUxkZi8rd1E5K1VIZjdpeSsra0RGR3YvNzFyMCtwc2FhbVJsMjdkdFgwNmRNMVo4NGNMVnEwU0E4KytLQjhQdC9KMzR1NkdzUE9QZmZjaVBmUjBPczVjT0NBUXFGUWVPckZDUm9hTzVxVnh6NzQ0SVB3U295SGpoNDlPaVBpRFJHUjhPcUtBT0NXY0lhczR6aGt5Q2FaQ3k2NFFQZmNjNC91dlBQTytobXlGM2c4bnNlTk1WTnQyeVpEVmpSMFFGUSsvL3p6Yjd0MTYvYXdwRmN5TWpJMFpNZ1FwYVEwL2Rjb25HSHoyV2VmcVZldlhuWDNGeGNYcTJ2WHJxZU5DRGlaMStzOTZ4THg5YlB5emovL2ZFblMyclZyejNodHdQRGh3elZreUJETm5UdFg5OTEzbnpaczJIREM0K0htcmJTMHRPNTJ1TW1MZEI5bmM5NTU1MG1TOXUzYnA4c3Z2L3lFeDVvNmRsZ29GTkxjdVhNbFNjYVlwd29LQ2lvYlBSaE9ZSXpaWVZsV3Y0YWZpVGphNVhZQlFEeUZNMlNOTVlNc3l5SkROb20xYmR0V1k4YU0wVTAzM1ZRL1F6YlZjWnhKa2liNWZMNVduU0ZMUXdkRUtUYzNOOVBuOHoyNGI5KytmMSs1Y3FWdXZ2bm1Kby9adVhObi9mU25QOVhNbVRNMWJkbzA5ZWpSUXg5Ly9MRmVmUEZGL2ZhM3Y0MUIxU2ZxMnJXcmJOdlc3Tm16TlhueVpIWHUzRm1mZlBLSkRoOCtySDc5K3Fta3BFUUhEeDVVcjE2OWRQSEZGNnU2dWxyR25EaGI2K0tMTDFhUEhqMzAzSFBQYWVyVXFhcXNyTlRDaFFzajNrY2tOVjU3N2JXYU9YT21wa3lab3A0OWU2cW9xRWpubm51dUxycm9vaWFOSGJaeDQwWVZGaFpLMHY3cTZ1cW5JOTRRRFFvRUFsZTVYUU9BMXMyeXJEV1N5SkJ0UVJteWxtWHB5aXV2MUpWWFhubHlobXk2cEpXU1dtV0dMSXVpQU5HcmRSem5ma2w2OWRWWDlkMTMzOFZrMEduVHBzbnY5K3ZPTys5VWVucTZIbjMwVVUyYU5Fbmp4bzJMeWZnbmUrS0pKK1R4ZURSbXpCajE3OTlmVTZaTXFXdmFRcUdRcGsyYnB2NzkrMnZKa2lXYU1XUEdhVC9KbkRWcmxnNGRPcVNoUTRmcS92dnYxK2pSb3lQZVJ5Um16cHlwSzY2NFFuZmNjWWNHREJpZ0tWT21xS3FxS2laalYxZFg2N25ubnBNa09ZNHpZL2Z1M2RVUmJ3d0FTQWFaa2hUT2tHMk56Wnowcnd6WlNHYjdKSk53aHV5Z1FZTWtxVlZueUhLdUdXZ2N5K2Z6N2JBczY4cmJiNzlkdi8vOTc5MnVCMUZhdVhLbEhuLzhjUmxqUGc0RUFwZExZc0VJQUdoQit2VHBjNUhYNnkyU2RFNW1aaVlac21lUVRHZm9UdmJwcDU5cXpKZ3g0UXpaeTF0cjdGRExhdFdCK0RHTzQ5d25TWXNYTDFaRlJZWGI5U0FLUjQ0Y3FiOWd6Q09pbVFPQUZvY01XVEprV3dzYU9xQ1I4dkx5Tmhsak5sUldWbXIrL1BsdWw0TW9MRnUyVE9YbDVaSzBQUkFJckhTN0hnQkE4eUJEOWxSa3lBSkFQYjE3OTdadDIzYlMwOU5OYVdscFhMTlowRGhsWldXbWYvLyt4clp0cDArZlBvUGNmZzhCQUpvWEdiSmt5TFowckhJSk5FRitmbjZ1eitkYldsVlZOVzdldkhtYU9uV3EyeVdoQVFzWEx0VFJvMGNsYVVOZVh0NG10K3NCQURRdk1tUlArRjdVMVJoR2htenlvNkVEbXNoeG5NZThYdStZOWV2WHA5eHl5eTNxM3IyNzJ5WGhERXBLU3JSNDhXSkpDb1ZYS2dVQXRHeGt5UDRMR2JJdEU5ZlFBVTJVbDVkWEtDbWovZ0dtTWZ4K2Y5MFhqcWwvSWZmSkYzVTN4dno1ODFWYld5dEpLNFBCWURCbWhRSUFFbHB1Ym02bU1XYnZ2bjM3dEhKbGJDNmRycDhodTNmdlhvVkNJZTNhdFNzdUdiSUhEeDVVS0JSU1lXR2hkdXpZSWVuWWg1YkJZRkNXWlVXVUlWdFJVYUVEQnc2Y01VUDJkUHVJcE1ad2hteGhZYUZDb1pBS0NncDA0TUNCSm84ZFJvYnNxV2pvZ0Jnd3hqd3U2ZWptelp1MWE5ZXVSbzJ4WU1FQ1NXcjBSZHM0dTMvODR4L0t5c29LTDIzOG9OdjFBQURpaWd6WjQ4aVFCWUF6OFBsODAyemJOci83M2UraXZyalhtSDlkYUZ4VlZkV283VnVpK2hkeTE3L2RHUGZjYzQreGJkdjRmTDRYM1g2dkFBQmNZZmw4dmc5dDJ6WVpHUmt4L291RmVGaXhZa1g0Yi9sSElrKzdEbWZvZ0JpcHJhMTl4aGh6T0RjM1YxdTNibTN5ZU9FcGhtdldyTkgxMTErdlljT0dhY2VPSFhydHRkYzBhTkFnRFIwNlZPKysrMjZqbjF0LzZtTDR2dXJxNm9neVpxTE5rWWxuSnMzcDVPZm42NTEzM3BHa3lsQW85R2hNQndjQUpBc3laSk1ZR2JKblJrTUh4TWpPblR2TExjdWFLa256NXMyTGFnckIyUlFWRmVtTk45N1ExVmRmclljZmZsaWZmZmFaMXE1ZHE0RURCK3JwcDU5dTlITWJjcmFNbVdoelpPS1ZTWE02eHBpNjZSbkdtRC9uNStlWHhteHdBRUJTSVVNMmVaRWhlMlkwZEVBTWxaYVdaa2o2dktDZ1FHKzk5VlpNeHJ6NTVwdlZybDA3alJneFFtVmxaWm8wYVpMYXRXdW5ZY09HYWYvKy9RcUZRbzE2YmtQdXV1c3VkZTdjV1IwNmROQzRjZU5VV0Znb3gzRlVYbDZ1ZGV2VzZZRUhIbERYcmwzVnNXTkhUWnc0VVJzM2JqenRPSldWbFZxNmRLa2VmZlJSOWVuVFJ5a3BLZXJSbzRjdXZQRENxTWRxakczYnRpazNOMWZHbUMrcnE2dGIvZExHQU5EYWhVS2hCeVNabFN0WDZzc3Z2M1M3SEVTZ3ZMeGNMNy84c2lTWlVDakVkZkFuSWJZQWlLSGk0dUtqblR0M2Z0amo4Ynlha1pHaG9VT0hObmxwNVBDWnJIYnQya2s2dHFxV0pMVnQyMWFTVG1qU29ubHVRODZVTVJOdGpreFRNbW1hcXY3S281Wmx6ZDY5ZTNkczUzSUNBSklPR2JMSmh3elpzNk9oQTJJc0dBd3U4dmw4RCs3ZnYvK3lGU3RXTk50S1Y0M1ZwazBiU2RKMzMzMVgxL2hGYzgxYXREa3k4Y2lrT1pPLy9lMXYycnQzcnlUdHN5enJtWmp2QUFDUWxNaVFUUjVreURhTUtaZEE3TlVhWSs2VFlyczBjcXgwNzk1ZDdkcTEwNXR2dmlsSnFxcXFVbVptWnNUYlI1c2pFNDlNbXRPcHFxcXF2N1R4OUp5Y25LYWY4Z01BdEFoa3lEWWZNbVRqajRZT2FBYkJZRERiR0xQajBLRkQrc3RmL2hMUk5wTW1UWklrcGFlbk4yTmx4NlpmenB3NVV5dFdyTkNvVWFOMHh4MTM2SnBycm9scWpHaHpaSm96aytaTTFxeFpvNUtTRWhsalBnb0dneTgzZVVBQVFJdGl5SkJOZUdUSUFuQlZXbHJhUU51MnpYWFhYV2UrL3ZycnVHZTF0R2JmZlBPTkdUeDRzTEZ0Mi9UcDArZVhicjhYQUFDSmlReloyQ05ETnY0NFF3YzBrMkF3K0k2a3R5c3JLNVdSa2VGMk9hM0swcVZMZGZqd1lVbjZJQzh2YjdYYjlRQUFFaE1ac21USXRnUTBkRUF6Q29WQ0R4cGp6T3JWcTFWYVN2eFpQSlNWbGVtVlYxN1I4US8zSG5DN0hnQkE0aUpEbGd6WmxvQ0dEbWhHZVhsNUFVbXZWMVZWYWQ2OGVXNlgweXJVVzlyNDdVQWdzTm50ZWdBQWlZME0yVk9SSVp0Y2lDMEFtcGxsV1k5SkdydCsvZnFVVzIrOWxhV1JtMUc5cFkxcmEycHFXTm9ZQU5BZ01tVEprRTEybktFRG1sbHVibTZSTWVZRngzRTBaODRjdDh0cDBWNTY2U1dGUWlFWlkxYnMyclVyMysxNkFBREpJUmdNTGpMR0ZPN2Z2MThyVnF4d3U1eFQxTStRRFd0c2hteE9UczRKWHljM2M5S0pHYkpOSFN0YVpNaEdqNFlPaUFPUHgvTkhTZCsrKys2NzJybHpwOXZsdEVpZmZQS0pzck96SmVrN1l3eExHd01Bb2tHRzdFblBKME0yZWREUUFYR1FrNU5USXVsSlNab3paMDdNTHJyR01jWVlQZi84OCtIYkM0TEI0RC9kclFnQWtHeklrRDBSR2JMSnczSzdBS0MxU0V0TDYyaFoxajhzeXpwdjd0eTU2dCsvdjlzbHRSaDVlWG02OWRaYkphbkNzcXllT1RrNWg5eXVDUUNRZk5MUzBnWjZQSjVON2R1M1YzWjJ0anAwNk9CMlNhM0drU05ITkdyVUtCMCtmRmloVUdnMHNVT1I0d3dkRUNmQllQQ3dNU2JtU3lPM2RpY3RiZnc4elJ3QW9MSElrSFVQR2JLTlIwTUh4TkdoUTRkZU1zWWNLQ3dzMUxwMTY5d3VwMFhZdW5XckFvR0FqREZmaGtLaG1XN1hBd0JJYm1USXhoOFpzazFEUXdmRVVYRng4VkZKRDBuSFZtU3NyYTExdWFMa1ZuOXBZMlBNbi9Mejg0KzRYQklBSU1tUklSdC9aTWcyRFEwZEVHZUJRT0ExU1h1S2k0dTFmUGx5dDh0SmFoczJiRkJSVVpFa2ZSWU1Cc21FQUFERXhQRU0yZHIxNjlmcm4vLzhwOXZsdEdoa3lEWWREUjBRZnlGanpQMlN0R0RCZ3ZBblVvaFMvVTlPalRIVEpMRzBNUUFnSnNpUWpSOHlaSnVPaGc1d1FTQVF5SmEwUFpxbGtYR2lyS3lzOE5MR3V3T0J3S3R1MXdNQWFGbklrRzErWk1qR0JyRUZnRXQ4UHQrMWxtVXhUN3lKSE1lNU1SZ01acmxkQndDZzViRnRlNHFreDN3K24rYlBueS9MNHIvT3NXS00wYjMzM3F2Tm16ZkxHUE5pSUJENFQ3ZHJTbGFjb1FOY0VnZ0UzcFcwek8wNmt0eGJOSE1BZ09iaU9NNnp4cGp5UUNDZ3JWdTN1bDFPaTVLZm42L05temRMVW9YSDQzbkU3WHFTR1I4ekFBQUFBR2VRbHBiMlh4NlA1OW5MTHJ0TWl4Y3Y1aXhkREJoamROdHR0NFZqaC80WUNBUWVjcnVtWk1ZWk9nQUFBT0FNeUpDTlBUSmtZNHVHRGdBQUFEZ0RNbVJqaXd6WjJLT2hBd0FBQU02Q0RObllJVU0yOW1qb0FBQUFnTE1qUXpZR3lKQnRIalIwQUFBQVFBUElrRzA2TW1TYkI4djBBQUFBQUJFZ1F6WTJ5SkNOTGM3UUFRQUFBQkVnUXpZbXlKQUZBQUFBQUFBQUFBQUFBQUFBQUFBQUFBQUFBQUFBQUFBQUFBQUFBQUFBQUFBQUFBQUFBQUFBQUFBQUFBQUFBQUFBQUFBQUFBQUFBQUFBQUFBQUFBQUFBQUFBQUFBQUFBQUFBQUFBQUFBQUFBQUFBQUFBQUFBQUFBQUFBQUFBQUFBQUFBQUFBQUFBQUFBQUFBQUFBQUFBQUFBQUFBQUFBQUFBQUFBQUFBQUFBQUFBQUFBQUFBQUFBQUFBQUFBQUFBQUFBQUFBQUFBQUFBQUFrS0QrSDFIVzkrMVNjSCt6QUFBQUFFbEZUa1N1UW1DQyIsCgkiVGhlbWUiIDogIiIsCgkiVHlwZSIgOiAiZmxvdyIsCgkiVmVyc2lvbiIgOiAiIgp9Cg=="/>
    </extobj>
  </extobjs>
</s:customData>
</file>

<file path=customXml/item3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MyNDEyNjc2ODQ1IiwKCSJHcm91cElkIiA6ICI2MjM0NDIzNiIsCgkiSW1hZ2UiIDogImlWQk9SdzBLR2dvQUFBQU5TVWhFVWdBQUEzUUFBQUhBQ0FZQUFBRHFWQ3J4QUFBQUNYQklXWE1BQUFzVEFBQUxFd0VBbXB3WUFBQWdBRWxFUVZSNG5PemRlWHhNOS80RzhPYzdTellTdXlURUdrdUprSmxJRUtwVVJTMVhMSzI5dHJiVVR2U3Fva3B4VmEyeGxGWXRQL3N1dGxLS1huc3NXUkFTWXQ5aURSR3l6bngvZjJoeXBZSWtrcHlaelBOK3ZieHVPblBtbkdkeW1ablBuUE9jQXhB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mtka1RTZ2NneWsvYzNOeUthalNhY2tLSXNnQktDaUVjQVpRR1VBcEFZU0ZFUVNtbEF3QjdBRm9oaEFTUStpY1pRQ3lBSjMvL2VXdzBHbThKSVc0SkllNGFqY2E3UnFQeGVteHM3TFdyVjY4bUtQSUVpWWlJaU1pa2NLQWp5b2J5NWN2YkZDcFVxSnBLcGFvQm9EWUFUd0RWaEJCRmMzdmJVa29qZ0d0Q2lIQXBaYkJLcFFveEdBemhvYUdobHdBWWMzdjdSRVJFUkdRNk9OQVJaVUtwVXFYc0hCMGR2UUM4RDZDNUVNSWJnT2FmeXhVclZnek96czV3ZG5aRzBhSkZVYng0Y1pRb1VRTEZpeGVIdmIwOTdPenNZR3RyQzF0YlcyZzBHa2dwQVFCU1NpUW5KeU11TGk3dHo1TW5UM0R2M2ozY3ZYc1hqeDQ5d3NPSEQzSDc5bTNjdlhzWEtTa3BHY1dNazFJZWtGTHVCbkJFclZhSG5qcDFLamtYZnkxRVJFUkVwREFPZEVTdjRlYm01cVRWYWo4V1FuUVFRalFCWUpWNm40Mk5EVnhkWGVIcTZvcHExYXFoUm8wYUtGKytQT3pzN0hJOWw4Rmd3TTJiTjNINThtV0VoNGZqNHNXTHVIVHBFdTdjdWZQUFJaOEIrRjFLdVFuQTNwQ1FrUHU1SG82SWlJaUk4aFFIT3FLWGVIaDRGQlpDdEJkQ2RNZUx2WEVDZURIQXVibTV3Y1BEQXo0K1BuQjNkNGRhclZZMjdEODhlZklFUVVGQk9INzhPTTZlUFl0TGx5N0JhRXc3QXRNQTRJQ1VjcW1VY210b2FPaGpCYU1TRVJHWkxQYmh5ZHh3b0NNQ2hJZUhSejBoUkM4aFJEY0FOZ0RnNE9DQXVuWHJvbW5UcG1qUW9BR3NyS3plc2hyVDh1VEpFK3pkdXhjSER4N0VxVk9uOE96WnM5UzdFcVNVYXdFc0NRa0orYStDRVltSWlCVERQanpsRnh6b3lKS3BQVHc4V2draHhnZ2hhZ09BVnF1Rmo0OFAyclp0Q3g4Zkg1UGJDNWRkeWNuSk9IandJTFp0MjRaang0NGhLU2twOWE3VFJxUHhwOGVQSDIva040VkVSSlNmc1E5UCtSVUhPckpFR2c4UGp3NHFsV29zZ0tvQVVMcDBhYlJwMHdidDJyVkQ0Y0tGRlk2WHUrTGk0ckJ0MnpaczJyUUpseTlmVHIzNUhvQWZIajE2dElpREhSRVI1UmZzdzVNbDRFQkhGa1duMDMwQVlKWVF3Z01BWEYxZDBhTkhEelJ2M2h3cWxVcmhkSGxMU29tZ29DQ3NXTEVDUjQ4ZVRiM3RKb0RSSVNFaEsvR2lkMGRFUkdSVzJJY25TOE9CemtLNXVibFpXVmxaT1FNb0phVjBCRkFJTDRxK3hZUVFSYVdVdGdDMEFLeWtsRllxbFVwS0tSTUFKQWdoRWdBOEIzQmZTdmxRQ1BISWFEVEdHSTNHT3dCdW5qNTkrdGxyTjZ3UUR3K1A4aXFWYWdhQXRnQlFybHc1REJvMENJMGFOWUlRL0djUUVSR0J1WFBudmp6WWhRTDRNaVFrNUtTeXlZaUlpREtGZlhpeVdQd2ttODlWcTFiTjJjYkdwb3FVc29wS3BYS1RVbm9JSVNvRGNFWXUvZjh2cGJ3TElPcnZvbThvZ0hQSnlja1JaOCtldlpzYjIzc0xvZFBwZWdzaEFnQVVLRlNvRUhyMzdvM09uVHViM0xkeXB1RDA2ZE9ZUG4wNnpwNDlDeW1sVVFneDU5bXpaOTlGUmtZK1ZUb2JFUkZSQnRpSFp4L2U0bkdneTBmS2x5OXY0K0RnVUV1dFZ1c0JOQUR3Z1JDaTlNdkxxTlZxbEN4Wk1xM2NXNkpFQ1RnNk9xSnc0Y0p3Y0hCQW9VS0Y0T0RnQUNzcksyZzBHbWcwR3FqVmFrZ3BrWmlZaUlTRUJDUW1KdUw1OCtkcDVkNkhEeDhpSmlZR2QrL2VSWFIwTk83ZXZZdm56NTluRlBHT2xQSlBBSDhaRElianAwK2ZQb2RjUEpPVFRxY3JCV0NoRUtJRkFMUm8wUUlqUm95QXZiMTlibTB5WHpBYWpkaTRjU1BtejUrUEowK2VBRUNVd1dEb0VCWVdGcUowTmlJaW9yK3hEODgrUFAyTkE1MlpxMVdyVmhVaHhBZENpSlpDaUtZQTBwcTh4WXNYUjlXcVZWR3hZa1ZVcmx3WlZhcFVRZm55NWFIVmFuTTFrNVFTTVRFeE9ILytQTTZkTzRlb3FDaGN2bndaVjY5ZWZmazRjQUI0S0tYY0xLWGNEdUMvT1hrc3VJZUhoNDhRSWxBSVVhSllzV0w0OXR0djBiaHg0NXhhdlVWNC9QZ3h2di8rZXh3NmRBaFN5a1NWU3VWLzZ0U3BuNVhPUlVSRWxvMTkrUDloSDU0QURuUm1xVWFOR2pXMVdtMmJ2OHUrcnFtM2x5OWZIanFkRGpxZERucTlIczdPemdxbWZGVmNYQnhPblRxRm9LQWduRDE3RnVmUG4zOTV3RXNCc0V0S3VmVHUzYnM3YjkrK25lRXV2c3p3OFBENFFxVlN6UWVnOGZIeHdhUkprK0RnNEpBVFQ4SGlTQ214ZXZWcXpKa3pCMGxKU1pCU3pnOEpDUmtFdmtFUUVTbU9mWGoyNFYvR1Byemw0dDkrTTFHelprMFh0VnJkVlFqUkMzOGZXbUJuWndjdkx5LzQrUGlnWWNPR0tGbXlwTUlwcytieDQ4Zll0MjhmRGh3NGdGT25UcjE4bU9aVEtlVktnOEd3OFBUcDA4RlpXS1hLdzhOam1rcWxHaWFFd0dlZmZZYkJnd2Z6UlQ0SGhJZUhZK2pRb1hqMDZCR2tsRnZ1MzcvZitlYk5tL0ZLNXlJaXNnVHN3N01QbnhYc3cxc2VmdEkxYldvUEQ0OFBWU3JWVjFMS05rSUlsYTJ0TGVyVXFRTmZYMTgwYXRRSTF0YldTbWZNRVFrSkNkaTllemQyN05pQjRPRGd0RDEzVXNxL3BKUlRRME5EZCtITmZUdVZYcStmQTZDL3RiVTF4b3daZ3hZdFd1UkZkSXR4Ky9adERCdzRFTmV1WFFPQWZZbUppYzNEdzhPVDN2WTRJaUxLUFBiaDAyTWZQbnZZaDdjc0hPaE1VS1ZLbGF3TEZpellTYVZTZlllL0Q2bXNXclVxL1B6ODBMcDFhOWphMmlxY01IZmR1M2NQcTFldnh0YXRXL0g0Y1ZxdDdqeUFFY0hCd2RzemVJamF3OFBqWjVWSzFjZkd4Z1pUcDA2Rmo0OVAzZ1cySUk4ZlA4WVhYM3lCSzFldVFFcTVJU1FrcENOeThZMmNpTWdTc0ErZk1mYmgzeDM3OEphQkE1MEo4ZlQwdERNYWpUMEFqQlpDbE5acXRXalNwQW02ZE9rQ056YzNwZVBsdWNURVJHemF0QWxyMTY3RmpSczNBQUJTeWlOU3loR2hvYUdIVTVmVDZYVFRoQkREYlcxdE1YMzZkTlNwVTBleHpKYmczcjE3Nk4yN04rN2N1UU1wNWV5UWtKQWhTbWNpSWpJMzdNTy9HZnZ3T1lkOStQeVBBNTFwVUhsNGVIUVNRa3dWUXBTeXNiRkJ5NVl0OGZubm44UFIwVkhwYklwTFNVbkJoZzBic0dUSkVqeDQ4QUFBSklEZmtwT1R2OUZvTkcyRkVJdXNyS3dRRUJBQWIyOXZoZE5haHV2WHI2TmJ0MjU0OXV5Wk5CcU5iVU5EUTdjb25ZbUl5TlN4RDU4cDdNUG5FdmJoOHkvKzYxRFkzNGNUekJKQ2VHbTFXclJ0MnhaOSt2UkJrU0pGbEk1bWN1TGo0N0ZreVJJc1g3NDg5UnVtWjBLSUFnQXdac3dZdEczYlZ1bUlGbVhQbmowWU9YSWtBRHlRVXRZS0NRbTVyWFFtSWlJVHhENDgrL0FtZzMzNC9Ja0RuVUk4UER3Sy83MUg3Z3NBZVAvOTkrSHY3NCt5WmNzcUhjM2tYYnQyRGVQSGowZFlXQmdBb0Z1M2JoZzJiSmpDcVN6VGhBa1RFQmdZbU5xbisxVHBQRVJFcG9KOWVQYmhUUlg3OFBrUEJ6b0YxS3BWeTFlbFVpMFNRcmk0dUxoZzFLaFI3SDFsa1pRU0d6ZHVSSFIwTkFZTUdNQkRNUlFTRXhNRFB6OC94TVhGU1FEZXZOWU5FVms2OXVIVFl4L2VOTEVQbjcvd1UzQWVjbkZ4c1MxUm9zUjBJVVEvbFVxRkRoMDZZTWlRSWJDeXNsSTZHbEcyclZpeEFqTm56b1NVOHErUWtCQ2Vmb3lJTEJYNzhHL0FQcnpwWVI4Ky8rQkFsMGZjM056S1dsbFpiUkJDZUpVcVZRb1RKa3lBaDRlSDByR0kzbGxDUWdLYU5XdUd1TGc0YVRRYXE0YUdobDVVT2hNUlVWNWlIejd6MkljM0xlekQ1dzlxcFFOWWdwbzFhMzZvMVdyM0NpRXErZmo0WVA3OCtlektVYjZoMFdnUUV4T0RNMmZPQ0NHRTRjNmRPMzhvblltSUtDOTRlSGdVZG5aMm5xTlNxZVlKSVVxLy8vNzdtREZqQmxxMmJKbnZPM0xacGRWcTRlWGxoYVpObXlJaUlnSjM3OTYxQWw3MDRYdjE2cVYwUEl2ajZ1cUtlL2Z1SVNJaXdnNUF1ZWpvNlBWS1o2S3M0eDY2WEtiVDZUNERzRlN0VnFzKy8veHo5TzNibDMwdnluY2lJeVBScFVzWEFMZ2VIQnhjVHVrOFJFUzVqWDM0ZDhjK3ZHbGdIOTc4Y1E5ZEx0THBkSU9GRUw5YVcxdUxpUk1ub21QSGptYjlZaFViRzR0ZmYvMFZBd2NPeEtWTGwrRHA2Y2x2SUFrQVVLeFlNYXhkdXhhSmlZbUZTcFVxdGVUT25UdFBsTTVFUkpRYlhGeGNiRjFkWFdlclZLb0F0VnJ0MExGalIweWZQaDNseXZHN3JLd1NRcUI2OWVydzl2WTI2ODlINXM3VzFoWmFyUmJIamgwVEFLcEVSMGYvbjlLWktHczQwT1VTblU3M25SRGlKenM3TzB5ZE9oV05HalZTT2xLMkpTVWxZY09HRFJnK2ZEaU9IejhPS1NVdVg3Nk1qUnMzUXFQUm9FcVZLdEJxdFVySEpBVUpJUkFlSG80clY2N0FhRFNHUlVkSGh5bWRpWWdvcDdtNXVaVjFjSERZS1lUd0sxV3FGR2JPbkluMjdkdERyZWJIS1RKdlZhcFV3YnAxNjVDY25Gek8wZEZ4VlhSMDlDT2xNMUhtOFJVb0YzaDZlZzRCTU1YQndRR3paOCtHbDVlWDBwR3lSVXFKL2Z2M3c5L2ZIN3QyN1VKU1VoSThQVDNSdjM5L0pDUWs0TXFWS3dnS0NzSzJiZHRRckZneHVMcTY4aHMyQy9iZ3dRTWNPWElFQUtLam82TjNaT1l4bFNwVnNuWjJkaTdrN094Y3pOSFIwZG5KeWFtc3M3TnptWklsU3pxVktsV3FaTW1TSlV1VUxsMjZtS09qWTBFbkp5ZEVSMGNuNGNXWjBZaUk4aFQ3OEpTZnNROXYzdmpwTzRmcDlmb09BTmJhMk5oZzd0eTUwT2wwU2tmS2x0T25UMlBHakJrNGMrWU1BS0JDaFFvWU5HZ1FQdmpnZzdSbGdvS0NFQkFRZ01qSVNBQXZ2dDBaUG53NGF0ZXVyVWhtVXRiKy9mdng5ZGRmUTBxNU5TUWt4SzlTcFVyV2RuWjI1ZFZxZFVVQTVhU1VMa0tJTWtLSU1nREtBSEFCWUpQRnpSZ0F4RWdwN3dzaExrc3BJd0JFQ1NHdUdneUd5MkZoWVZIZ3hWR0pLSWV4RDArV2dIMTQ4OFZYb3h5azAraytFRUw4cVZhck5ULysrQ00rL1BCRHBTTmwyWTBiTnpCbnpoenMzYnNYd0l0dTFKZGZmb24yN2R0RHBWSzlzcnpSYU1UMjdkdnh5eSsvSURvNkdnRFFvRUVEREI0OEdLNnVybm1hblpSMTh1Uko5TzNiRndCU3BKUlhBVlFVUXJ6NmwrWWwxdGJXc0xHeGdhMnRMV3h0YldGall3T05SZ01wWmRvZm85R0loSVFFeE1YRjRlblRwMGhNVEh6dCtxU1VjUUNPQ2lFT0d3eUdVNG1KaVVjaklpSWU1dVR6SkNMTDhuY2ZQc0RLeWdvLy9QQURtalp0cW5Ra29sd2hwVVNUSmszdzVNa1RDQ0hLblRwMTZyclNtU2h6T05EbEVKMU9WMG9JY1JwQXNaRWpSK0xUVHo5Vk9sS1dQSDc4R0lzV0xjS2FOV3RnTkJwaGEydUxUcDA2NFlzdnZvQ056ZHQzb2lRbUptTFpzbVZZc1dJRjR1TGlvRktwMHE3RFU3eDQ4VHg0QnFTMGlJZ0lkTzNhTmUyLzFXbzFuSnljNE9MaWdsS2xTc0hSMFJGT1RrN3AvdGZhMmpyTDIwbE1URVJNVEF4dTNyeUphOWV1NGZyMTY0aU9qc2ExYTlkdzllcFZKQ2Nudjd5NEFjQlJLV1dnbEhKdmFHaG82RHMvVVNLeUdILzM0WCt3czdQRGxDbFQ0T1BqbzNRa29sdzFZc1FJN04yN0YwYWpzV2RvYUNoUGptSW1PTkRsREkxZXI5OE5vSEdyVnEwd2Z2eDRwZk5rV2tKQ0FqWnMySUJmZnZrRno1OC9oMXF0UnZQbXpURm8wS0JzRFdLUEh6L0d2SG56c0hYclZxU2twTURXMWhhOWV2VkM1ODZkWVdkbmx3dlBnRXlGbEJLN2R1MkNXcTJHcTZzcnlwVXJCNDFHazZjWmtwT1RFUmtaaWRPblR5TXNMQXdoSVNGNCtQQi9PK2lrbEJkVkt0V3ZCb05oUTJobzZOVThEVWRFWnNYVDAzT0lsSEtXZzRNRFpzMmFoVnExYWlrZGlTalhyVjY5R3RPbVRZT1Vja0ZJU0VpL3pEeW1VcVZLMXRiVzFnWFVhclVkZ0FKQ0NEc2hoTVpvTkJyVWFyWEJZREFZTkJxTndXZzB4Z040SEJvYUdndldJM0lVQjdvY29OUHB4Z29oeHBjclZ3NnJWNi9PMWw2SHZHWXdHUERubjM4aUlDQUFkKy9lQlFEVXFWTUgvdjcrcUZTcDBqdXYvL3IxNjVneFl3WU9IandJQUNoYXRDZ0dEeDZNRmkxYThHeGdsR2VrbElpTWpNUmZmLzJGSTBlT0lEdzhQUFYyQ1dBZmdPa2hJU0c3d0JPdEVORkw4a3NmbmlpcjJJYzNUeHpvM3BHSGg0ZUhFQ0xZMXRaV0xGMjZGSlVyVjFZNjBsdWRPblVLTTJmT3hQbno1d0VBbFN0WHhwQWhRMUN2WHIwYzMxWklTQWhtenB5WjlrRzZRb1VLOFBmMzUyRXJwSWdiTjI1ZzgrYk4yTHQzTDI3ZXZKbDY4M21qMFRncE9UbDVmWGg0ZUpLUytZaEllZm1oRDArVVhlekRteWNPZE85R3BkUHBEZ29oZlByMDZaUDZEOEJrWGJseUJiTm56OGFCQXdjQUFDVkxsa1Rmdm4zaDUrZVhxMmZyU2owVWIvNzgrYmgxNnhZQXdOdmJHME9IRGtYVnFsVnpiYnRFcnlPbHhKRWpSN0JzMlRLY1BIa3k5YmFyUWdqLzRPRGd6UXJISXlLRm1Ic2ZudWhkc1E5dm5qalF2UU9kVHRkZENQRi9aY3FVd2ZyMTYwMzI0dG9QSGp6QW9rV0xzSDc5ZWtncFVhQkFBWFR0MmhVOWUvYk0wOE5EazVPVHNYTGxTaXhidGl6MURFcG8zYm8xK3ZUcEF5Y25wenpMUWZTeUN4Y3U0TGZmZnNPK2Zmdnc0a2hNSEV4T1RoNTI1c3laVTBwbkk2SThaYlo5ZUtLY3dqNjhlZUpBbDAyVktsVnljSEJ3dUFTZ2VFQkFBQm8wYUtCMHBGZkV4OGRqOWVyVldMeDRNZUxqNDZIUmFOQ3FWU3NNSERnUVJZb1VVU3hYYkd3c0ZpeFlnRTJiTmlFNU9SbFdWbGJvMGFNSHVuYnRDbnQ3ZThWeWtXVTdkKzRjcGsrZmp0RFFVRWdwalFCK2lvbUpHWC8xNnRVRXBiTVJVZTR6eHo0OGtTVmdILzd0T05CbGs0ZUh4eENWU2pXcmJ0MjZtRGR2bnRKeDBrbEpTY0d1WGJzd1o4NGNQSGp3QU1DTGE4TU5IVG9VRlNwVVVEamQvOXkrZlJzelo4N0V2bjM3QUFDRkN4ZkdnQUVEOEs5Ly9jdGs5M1pTL2lhbHhMNTkrekIxNmxUY3YzOGZVc3B6Qm9QaHM5T25Ud2NyblkySWNvODU5dUdKTEJYNzhLL2lRSmNONWN1WHR5bGF0T2hsQU00TEZ5NkVYcTlYT2xLYVk4ZU9ZZGFzV2JoNDhTSUFvRnExYWhnNmRDaHExNjZ0Y0xMWE8zdjJMR2JNbUlHd3NEQUFRTm15WmVIdjc0LzMzMzlmNFdSa3FaNCtmWW9mZi93UnUzYnRBb0JrQUlPQ2c0Ti9VVGdXRWVVT3MrckRFOUVMN01QL0R3ZTZiRWp0enJtN3UyUHAwcVZLeHdFQVJFVkZZZGFzV1RoNjlDZ0F3Tm5aR2YzNjlVT0xGaTF5OVlRbk9TVjF6OGpjdVhOeC9mcDFBSUJlcjhmUW9VUGg1dWFtY0RxeVZQdjM3OGY0OGVQeDlPbFRTQ2tYcUZTcXdhZE9uVXArK3lPSnlGeVlTeCtlaUY3UDB2dndwdjlKM3dUcGRMcHdJVVQxYWRPbW9YSGp4b3BtdVhmdkhuNzU1UmRzMmJJRlVrclkyOXVqZS9mdStPeXp6OHp5VFNrbEpRVnIxNjdGa2lWTEVCTVRBeUVFUHY3NFkvVHIxdytsUzVkV09oNVpvQnMzYm1EWXNHRzRjdVVLQUJ5SWpZMzlWMVJVVkt6U3VZam8zWmxESDU2SU1zOVMrL0FjNkxKSXI5ZlhCQkJXb2tRSjdOeTVVN0c5WDNGeGNWaTFhaFdXTEZtQ3BLUWthTFZhdEczYkZ2MzY5WU9EZzRNaW1YTFNzMmZQOE91dnYyTDkrdlZJVEV5RVJxTkIxNjVkMGFOSER4UXFWRWpwZUdSaG5qMTdodEdqUitQZ3dZT1FVcDZRVXZxR2hvWStWam9YRWIwYlUrN0RFMUgyV0dJZlhxMTBBSFBqN096Y0QwQ2pGaTFhS05MeFNrbEp3Wll0VytEdjc0L0Rody9EYURTaWNlUEdtREZqQmxxMGFKRnZ6c3BsWldXRmV2WHFvVldyVm5qdzRBR2lvcUlRR2hxS1RaczJ3ZGJXRmxXcVZJRmF6YisrbERlc3JLelF0R2xUM0x4NUUxRlJVYVVCZkZ5NGNPRU5EeDQ4aUZjNkd4RmxUL255NVczczdPeldBN0QvL3Z2djRlenNySFFrSXNvQlFnaFVyRmdSZm41K2lJNk94cVZMbDBxb1ZLcmV6czdPOSs3Y3VaTXZEOEhrSitLc0VVNU9Ua3VFRUlXLytlWWJsQ3haTWs4M2Z2RGdRUXdmUGh6YnRtMURRa0lDM04zZE1YbnlaSFR2M2oxZjdKWExTTUdDQmRHa1NSTTBiTmd3N1dLVGh3OGZ4czZkTytIazVJVHk1Y3ViUlVlUXpKOUtwVUtqUm8xdzc5NDlSRVpHT21tMTJnK0ZFQ3VmUG4zS1RoMlJHYXBRb1VJWEljUm43dTd1Nk5ldm45SnhpQ2lIV1Z0Ym8wbVRKcWhTcFFxT0hqMnFUa3BLYXVYazVPUlV1blRwM1hmdTNERXFuUzhuOFpOd0Z0U3NXVk92MFdoT2xTNWRHbHUyYk1telFlTGN1WE1JQ0FoSU80T1BpNHNMQmd3WWdLWk5tMXJVTUNPbHhNR0RCekZuemh4Y3Zud1pBT0R1N281aHc0YWhWcTFhQ3FjalN5R2x4UGp4NDdGdDJ6WklLYmVFaElTMEE1Q3YzaGlJTElFcDllR0pLSGZsOXo0ODk5QmxnYk96Y3djaHhNY05HemJFaHg5K21PdmJ1M1BuRHFaT25Zb3BVNmJnOXUzYktGU29FUHIxNjRjSkV5YWdjdVhLRmpYTUFTOTJvWmNyVnc3dDI3ZEhzV0xGRUJFUmdhdFhyMkxMbGkyNGRPa1NxbGF0eW40ZDVUb2hCT3JYcjQvVHAwL2o5dTNiN3prN094ZTZjK2ZPSDBybklxTE0wK3YxTllVUVkwdVVLSUV4WThaWTNQc3BrYVVwVktnUVdyWnNpYWlvS0Z5L2ZyMmNsWlhWUjA1T1R1dWpvNlB6eGNsU09OQmxnYk96OC9kQ2lNb2RPM1pFdFdyVmNtMDdUNTgreFcrLy9ZWlJvMFloSWlJQzF0Ylc2Tml4STZaUG53NHZMeStvVktwYzI3WTVVS2xVY0hOend5ZWZmQUlBaUlpSXdJVUxGN0J4NDBiRXhzYWlXclZxc0xXMVZUZ2w1V2RxdFJxTkdqWEN3WU1IRVJNVFU5ZlIwZkZjZEhUME9hVnpFVkhtS04ySEo2SzhsNS83OEpZOUdXU05TZ2poQXdEZTN0NjVzb0drcENTc1c3Y09yVnUzeHVMRmk1R1NrZ0pmWDE5czNMZ1J3NGNQUjhHQ0JYTmx1d0J3OSs1ZHRHblRCa1pqeGtlT25UbHpCcDZlbmtoS1NzcTFERmxsYTJ1TEFRTUdJREF3RUsxYXRZTFJhTVNxVmF2ZzUrZUhGU3RXSUNFaFgzenBRaWFxWU1HQ21EWnRHbXh0YlNHRVdGQ2pSbzB5U21jaW9rd1JVc29lQVBDdmYvMUw2U3hFbElmVWFqVisrT0VIK1BuNVFRamhZV2RudDZ0VXFWSjJTdWQ2Vnh6b01xbEdqUm9WQUJRcVhyeDRqbDhQVFVxSi9mdjNvME9IRHBneVpRcGlZMk9oMSt1eGJOa3lUSjQ4T1UvT3ZPWG82SWpBd0VDejNQdFh2SGh4akI4L0htdldyRUdkT25YdzdOa3p6Snc1RTIzYnRzVWZmL3p4MmlHVjZGMlZMVnNXbzBhTmdoQ2lxRmFyWFEyK3BoS1p2Sm8xYStxRUVPVkxseTROTnpjM3BlTVFVUjVUcVZUNDdydnZVci9RcWUzbzZMZ0tadjcrYmRiaDg1S1ZsVlVsQUtoUW9VS09ydmYwNmRQNC9QUFA4ZlhYWCtQR2pSc29YNzQ4cGsrZmpvVUxGNko2OWVvNXVxMzh6dFhWRlQvLy9EUG16WnVIeXBVcjQ5NjlleGcxYWhRKysrd3puRHFWTDg5U1N5YWdlZlBtYU42OE9ZUVE5WFU2M1FDbDh4RFJtNmxVcXZjQndNUERnOTA1SWdzbGhNRG8wYVBoN2UwTklZU2ZYcStmcm5TbWQ4R0JMcE9rbEJXQkYyZVl6QWszYnR6QXQ5OStpMTY5ZWlFc0xBeEZpeGJGaUJFanNINzllalJxMUNoVDYwZzlESExyMXEzNDhNTVBNVzNhTkFBdkR0Mzg2YWVmMExoeFl6Um8wQUNqUm8xQ1hGeGMydVBXckZrRFgxOWYxS3RYTCsweHFldDYvdnc1QUNBMk5oYi8vdmUvNGVQamcxYXRXaUVvS0NqZHR0KzBqZFIxQlFVRm9VdVhMcWhidHk0NmRPaUE4K2ZQcHozZWFEUmk2ZEtsYU4yNk5lclVxWU1XTFZxazNmKzIvRzlUdDI1ZHJGcTFDdDk5OXgwY0hSMFJFUkdCUG4zNllPalFvV2xueHlUS0tVSUlEQjgrSFBiMjlnQXdya3FWS3NXVnprUkVyeWVFYUFZQU9wMU82U2hFcENDdFZvdXBVNmZDMWRVVkFJWjZlSGg4cW5TbTdPSkFsMGxDaVBJQTN2bHd5OGVQSDJQV3JGbG8zNzQ5ZHUvZURWdGJXL1RzMlJOYnQyNUZ4NDRkczNYSVkxQlFFTFp0MjRhdnZ2b0tBREJ4NGtSRVJFUmd6Wm8xMkw1OU8ySmlZakI5K29zdkhtN2V2SW1wVTZkaTRzU0oyTHQzTDVvM2I1N2hPci8vL25zOGVmSUVXN2R1eGRLbFMzSDA2TkYwOTc5cEc2azJiZHFFMmJOblkvZnUzWEJ5Y3NLRUNSUFM3cHM1Y3lZMmJkcUVDUk1tNFBEaHc1ZzdkeTRLRnk2YzZYVy9qVXFsUXBzMmJiQjU4MmIwNmRNSEJRb1V3TUdEQjlHeFkwZjgrT09QZVBEZ1FaYldSL1FtUllvVXdaQWhReUNFS0ZxZ1FBR3ovcGFQS0ovTDlUNDhFWmtQOXVFdGpFNm5XNlhYNitYdnYvOHVzeU0rUGw2dVhMbFN2di8rKzFLdjE4dmF0V3ZMTVdQR3lIdjM3bVZyZlZKS2VmcjBhYW5YNjJWRVJFVGFiWThlUFpLZW5wNHlNakl5N2JaRGh3N0o5OTkvWDBvcFpYUjB0UFQwOUpSYnRtekpjRjNQbmoyVER4OCtsSHE5WG9hSGg2ZmRmK1RJRWFuWDYyVmlZdUpidDVHNnJ1dlhyNmZkZi9qd1llbnA2U2tOQm9PTWpZMlZYbDVlOHNTSkU2ODhwN2V0TzdzZVBYb2tmL2poQitubDVTWDFlcjJzWDcrK1hMeDRzWHorL1BrN3JaY29WVXBLaXV6Y3ViUFU2WFFHblU3SDQ2V0pURkNOR2pWYzlYcTk5UFgxVmZvbGc0aE15STRkTzZSZXI1YzZuZTRRekhDSGwwYnBBR2JFR1hoeEFvNnNNQnFOK1BQUFB4RVFFSURvNkdnQUw3NFZIRFpzR0twVXFaSWp3VjQrRERRNk9ocFNTblR1M1BtVjVaS1RrK0hvNklnSkV5WWdJQ0FBSzFhc3dMZmZmdnZLWVNkMzc5NEY4T0tFRDZsZVBzUG0yN2FScWxpeFltay8yOXZiUTBxSmxKUVUzTHAxQ3dhREFWV3JWbjNsOFc5YnQxYXJ6ZkIzOERaRmloVEJkOTk5aCs3ZHUyUEdqQms0ZE9nUTVzNmRpOVdyVjJQdzRNRm8zcnc1MUdwZXhZT3lUNjFXWS9EZ3dSZ3dZSUJLU2prZWdOa2V1a0dVWCtWV0g1Nkl6RnZ6NXMxeDVNZ1I3Tnk1czc1T3B4c1FFaEl5UitsTVdjR0JMcE9FRUE0QXNuVHBnT0RnWU15Y09SUG56cjI0UEZXbFNwVXdlUEJnMUs5ZlA2ZXpwZjFjdEdoUkFNQ09IVHZnNU9TVTRmTE5temZIUng5OWhObXpaMlBFaUJIWXMyZFB1dnRUbitPOWUvZlNmazRkOGpLN2pUY3BVcVFJQU9ENjlldXZuR0hzWGRmOU51WEtsVU5BUUFCT25UcUZXYk5tNGR5NWMvaisrKyt4Yk5reStQdjdvMjdkdWptK1RiSWNkZXJVUWJWcTFYRCsvUG0ydFdyVnFoSVdGblpCNlV4RTlEOVN5b3BDaUJ6cnd4TlIvcERhaHo5MDZCQmlZMlBIVmFsU1pmV0ZDeGZNcHA5amRyc1VsU0tsdEFjQU83dTNYNnJpNnRXckdENThPTDc4OGt1Y08zY09KVXFVd09qUm83Rm16Wm9jSCtiK3lkSFJFWHE5SHRPbVRjUGR1M2RoTUJodzRjSUZIRDkrSEFCdzU4NGRoSWFHUWdpQk1tWEtJQ2twQ1ZMS2RPc29VNllNS2xhc2lEbHo1aUEyTmhhM2J0M0NzbVhMTXIyTnpHUnMyTEFoSmsyYWhBc1hMc0JnTUNBeU1oSzNidDE2NTNWbmxxZW5KNVl0VzRZSkV5YWdWS2xTdUhUcEVnWU1HSUFCQXdiZzRzV0xPYm90c2h4Q0NOUnlSWDhBQUNBQVNVUkJWUFR0MnhjQTFFS0k3NVRPUTBUcDVWUWZub2p5SDNQdXczT2d5eVFoaEFyQUcwOWE4dWpSSS96MDAwLzQ1Sk5QOE5kZmY2RkFnUUw0OHNzdnNXWExGclJyMXk3UFRvODhaY29VcUZRcWZQTEpKNmhmdno3R2pSdVhOclFaREFiODhNTVBxRisvUHRhc1dZT0pFeWRtbUN2MXhDRk5temJGTjk5OGczYnQybVY2RzVreGFkSWt1THU3bzMvLy9talFvQUhHalJ1SHhNVEVIRmwzWmdraDBLSkZDMnpjdUJFREJ3NkVnNE1EamgwN2hzNmRPMlBDaEFucDlrb1NaVmI5K3ZWUnBrd1pDQ0hhVksxYTFWN3BQRVQwUDFMS01nQnk1UWdRSWpKL3JWdTNUcTBFZFRPblBqd3Z3SkpKZXIzK0VvQ0tXN1pzZWVWUWpmajRlS3hidHc0TEZ5NUVmSHc4TkJvTldyWnNpWUVEQjZZZFFraW1MelkyRnZQbno4Zm16WnVSbkp3TWEydHI5T2pSQTEyN2RzM1NvYlpFcTFhdFNqMHo2N0RnNE9CWlN1Y2hvaGQwT3QxK0lVU2pCUXNXd012TFMrazRSR1NDamgwN2hnRURCa0JLdVNFa0pNUXMrdkRjUTVkNWljQ0xhNlNsTWhnTTJMRmpCOXEyYll2WnMyY2pQajRlUGo0K1dMTm1EY2FPSGN0aHpzdzRPRGpnbTIrK3djYU5HOUc0Y1dNa0ppYmkxMTkvVGJ2OFFVcEtpdElSeVV6NCt2cENwVkpCU3RsRDZTeEU5RC9aNmNNVGtXVko3Y01MSWRyV3FsVXJaODVnbU1zNDBHV1NsRElPUU5xRnR3R2dYNzkrR0R0MkxPN2Z2NCtxVmF0aXdZSUZtRE5uRHMrZVplWktseTZOYWRPbVljbVNKWEIzZDBkTVRBd21UcHlJbmoxN0toMk56RVR4NHNYeHdRY2ZRQWpoWVM1dkJrU1dJQ3Q5ZUNLeVRPYlloK2RBbDNsUEFDQXVMaTd0aHZqNCtMU2ZDeFFvZ0FJRkN1UjlLc28xZG5aMnNMZi9Yd1VxdGVOSGxCa2ZmZlFSQUVDbFVuVlVPQW9SL1MwemZYZ2lJblBydy9NVkxmUHVBTUQ5Ky9mVGJsaXlaQW1HRFJ1R0lrV0tJRGc0R0o5OTlobSsrKzQ3M0w1OVc3R1E5Tzd1M2J1SFNaTW1vV1BIampoeTVBanM3ZTNSdjM5L3JGcTFTdWxvWkVhOHZMd2doSUFRb29YU1dZZ29qUUNRWnljcEl5THpwRktwMEtGREJ3Z2hDaFlvVU9CenBmTzhEUWU2VEhCM2R5OENvQnFRZnFEVGFEVG8xcTBiQWdNRDBiVnJWMWhiVytQMzMzOUh1M2J0TUhmdVhNVEd4aW9WbWJMaDJiTm5XTGh3SWZ6OC9MQnAweVpvdFZwODhza24yTEpsQ3o3Ly9QTnNYOVNjTEZPeFlzVlFzMlpOQVBCeWMzTmpvWmJJTkx6U2h5Y2l5b2c1OWVFNTBMMkZYcS8zMUdnMHdVS0kydmIyOXFoZHUvWXJ5eFFzV0JEKy92N1l2SGt6ZkgxOWtaS1NnaVZMbHNEUHp3L3IxcTE3cHpjT1QwL1B0RC8wd3BrelorRHA2WW5uejUrbit6bTdrcE9URVJnWWlEWnQybURCZ2dWSVRrNUdvMGFOc0g3OWVuejc3YmNvVktoUURxWW5TOUt3WVVNQVVGdFpXWDJvZEJZaXlyZ1BUMFNVRVhQcXczT2dlejJoMCtrR0FUZ21oQ2hmclZvMXJGeTVNdlViOXd3NU9qcGk4dVRKV0w1OE9mUjZQV0pqWXpGbHloUjg4c2tuMkw5L2Y3YXVwYlowNlZJQXdOR2pSN1A1Tk9oMXBKUTRmUGh3Mm5YbkhqMTZoQm8xYXVDMzMzN0Q5T25UVWFaTUdhVWprcG1yWGozdEVqWU5sY3hCUkdsZTZjTVRFYjJPdWZUaE5Vb0hNRVh1N3U1RnRGcnRid0RhQ1NIUW9VTUgrUHY3UTZQSjNLK3JXclZxV0xod0lmNzczLzlpenB3NXVITGxDcjcrK211NHU3dkQzOS8valVNaDVZMklpQWpNbWpVTEowNmNBQUM0dUxoZ3dJQUI4UFgxVlRnWjVTZC9YNXdVQUY3ZHRVOUVTbmlsRDA5RTlEcXBmWGdBTFFCTVVEak9hM0VQM1Qvb2RMcmFHbzBtR0VBN0J3Y0hUSmt5QlNOR2pNajBNUGV5RHo3NEFHdlhyc1dJRVNOUXZIaHhuRGx6QnIxNjljTElrU054L2ZyMWJPVkxQY1J3MjdadDhQWDFSYk5telhEOCtIR3NYTGtTalJzM1J0T21UWEhnd0lGc0wvdnlZU2lwdHlVbEphWDlIQlFVaEM1ZHVxQnUzYnJvMEtFRHpwOC9uN1o4VWxJU2Z2cnBKelJ1M0JnTkdqVEFxRkdqM3ZndHFORm94TktsUzlHNmRXdlVxVk1ITFZxMFNGdGZWdGVWV1hmdTNNSDMzMytQcmwyNzRzU0pFeWhVcUJDR0RCbUNqUnMzY3BpakhGZW9VQ0ZVcUZBQlFvaGE0T3N0a2FKZTE0Y25Jbm9kYytuRDh3UEdTenc4UEhvS0lZNEtJY3BYcjE0ZEsxZXVSSk1tVGQ1cG5XcTFHaDA3ZGtSZ1lDQjY5dXdKR3hzYjdObXpCNTk4OGdsbXpKaUJtSmlZYkswM0tpb0tnWUdCcUZ1M0xrYVBIbzFyMTY1aHg0NGRhTlNvRVdiTW1KSHRaZDltMDZaTm1EMTdObmJ2M2cwbkp5ZE1tUEMvTHlzbVRweUlpSWdJckZtekJ0dTNiMGRNVEF5bVQ1LysyblhObkRrVG16WnR3b1FKRTNENDhHSE1uVHNYaFFzWHp0YTYzaVkyTmhZLy8vd3oyclJwZyszYnQ4UGEyaHBkdW5UQjFxMWIwYjE3OTJ3TjdFU1pVYTFhTlFDdzArdjFGWlhPUW1TcE10T0hKeUxLaURuMDRUblF2YURXNlhTVFZTclZFZ0NhVHAwNlllblNwU2hWcWxTT2JjRFcxaGFEQmcxQ1lHQWdXclJvQVNrbFZxNWNDVDgvUDZ4Y3VUTEwxempyMkxFajdPenMwS0pGQ3p4NjlBZzllL2FFblowZG1qVnJoaHMzYnNCZ01HUnIyYmNaT0hBZ2loY3ZEZ2NIQjNUcTFBa1hMbHlBMFdoRVRFd01mdi85ZDR3Y09SS09qbzRvWExnd3VuWHJocjE3OTJhNG5xZFBuMkx0MnJVWU8zWXNhdFdxQlkxR2c0b1ZLOExaMlRuTDYzcVRwS1FrckYrL0huNStmbGkwYUJHTVJpT2FObTJLalJzM1l2anc0U2hZc0dDVzEwbVVGUlVxVkFBQUdJM0dHZ3BISWJKRVdlN0RFeEc5ekJ6NjhCYS9XOExOemEyZ2xaWFZVaUZFZTYxV2l4RWpScUJkdTNhNXRyMFNKVXBnd29RSjZONjlPMmJNbUlIang0OWp4b3daV0xseUpZWU9IWXFQUHZvb1V4YzhUZDJUWldkbkIrREZtWGdBd05yYUdnRFNEV2xaV2ZadGloVXJsdmF6dmIwOXBKUklTVWxCZEhRMHBKVG8zTG56SzQ5SlRrNSs1WlQvdDI3ZGdzRmdlTGxqbE9adDY4b01vOUdJQXdjT1lOYXNXYmh4NHdZQXdNUERBOE9HRFVPTkd2eGNUWG5IeGNVRkFDQ0VxQUVnVU5rMFJKYmpYZnZ3UkVTQWVmVGhMZnBWVGFmVGxRRHd1eENpZG1wZnp0dmJPMCsyWGJseVpjeWZQeDlIamh4QlFFQUFvcUtpOE8yMzMyTFpzbVh3OS9lSFhxL1BreHlwckt5c0FBQUpDUWxwZzE5V09tdEZpNzQ0ckhqSGpoMXdjbko2Ni9KRmloUUJBRnkvZmgxdWJtN3Z0SzUvT252MkxHYk9uSW5RMEZBQVFMbHk1VEJ3NEVCOCtLSEo3aW1uZk95bFBmMlZsY3hCWkVsME9sMXRBT3NCbEhkd2NNQ1lNV1BldVVKQlJKWXB0UTkvNWNxVjFENjhVZWxNLzJTeGgxeFdxMWJOR2NCK0lVUnRGeGNYTEYyNk5NK0d1WmY1K1BoZzllclZHRE5tREVxV0xJbno1OC9qeXkrL2hMKy9QNjVjdVpKbk9jcVhMdzg3T3p0czM3NGRBSkNZbUlqbHk1ZG4rdkdPam83UTYvV1lObTBhN3Q2OUM0UEJnQXNYTHVENDhlT3ZYYjVodzRhWU5Ha1NMbHk0QUlQQmdNaklTTnk2ZFN2TDYwcDE4K1pOakJvMUNqMTY5RUJvYUNpS0ZDbUNyNy8rR2hzMmJPQXdSNHBKL2ZJQ1FBa2xjeEJaaXR6b3d4T1JaVFAxUHJ4RkRuUnVibTVsYlcxdER3Z2gzRnhkWGJGMDZWS1VLMWRPc1R3cWxRcHQyN2JGNXMyYjBhZFBIeFFvVUFELy9lOS8wYUZEQi9UczJSTUFVSzlldlZ6TllHMXRqVW1USm1IRGhnMW8zYm8xK3ZmdkR4OGZueXl0WThxVUtWQ3BWUGprazA5UXYzNTlqQnMzN28zWDNwczBhUkxjM2QzUnYzOS9OR2pRQU9QR2pVdnJFbVoxWGZQbnowZTdkdTN3eHg5L3dNYkdCajE2OU1DMmJkdlF1WFBuVEIzQ1NwUmJIQndjQUFCQ0NKTTlPeFpSUHBIcmZYZ2lza3ltM29jWFNnZklhNTZlbnE1U3luMEF5bGFyVmczejU4K0h2YjI5MHJIU2lZbUp3Wnc1YzdCanh3NmtwS1RBMXRZV1gzenhCVHAyN0FoYlcxdWw0NW1NeE1SRWJOcTBDUXNXTEVCY1hCelVhaldhTld1R1FZTUdvV1RKa2tySEl3THc0Z0wyM3Q3ZU1CZ01VU0VoSVR6c2tpZ1g1SFVmbm9nc3krN2R1L0h0dDk5Q1N2bGRTRWpJUktYei9KTkZEWFExYXRRb285VnFqd2toU25sNGVHRHUzTGttUFNCZHZYb1ZNMmJNd09IRGh3RzhPSm5KNE1HRDhmSEhIME90Vml1Y1RqbEdveEg3OXUzRHJGbXpjT2ZPSFFBdkx2dzRiTml3REUreVFxUTBYMTlmUEhqdzRGRklTRWl4dHk5TlJGbWhaQitlaUN6RDJiTm4wYU5IRDBncGw0V0VoUFJRT3M4L1djeEpVZHpjM0lwcXRkcGRRb2hTbnA2ZW1EdDNidHFKUUV4VitmTGxNWHYyYkp3NGNRSUJBUUU0Zi80OHhvNGRtM2JpRkc5djc5U3IxMXNFS1NYQ3dzSXdZOFlNaEllSEF3QmNYVjB4ZVBCZ05HalFRT0YwUks5blkyTURJWVMxMGptSThwdS8rL0I3aEJCdUxpNHVtRDE3dHFJVkNpTEtuMHk5RDI4UkE1Mm5wNmVkbERJUVFQWEtsU3RqMXF4WkpqL012Y3pMeXd2TGx5L0hqaDA3c0dEQkFrUkZSYVYxM0FZUEhvektsZlAvVVZ6WHJsM0RuRGx6c0gvL2ZnQXY5bGIyNmRNSDdkcTFzNmlobHN5VFdxMkdsTklpWG0rSjhvcWJtMXRaYTJ2cnZRQXF1YnE2NHBkZmZubjVReGNSVVk0eDlUNjhKWHpBMEJpTnh1VkNpUGVkbloweGI5Njh0TlB5bXhNaEJGcTFhZ1ZmWDErc1dMRUN5NVl0dzVFalIzRDA2RkcwYWRNR2ZmcjB5WmU5c1VlUEhtSFJva1ZZdTNZdHBKU3dzN05ENTg2ZDBidDNiOWpZMkNnZGp5aFQxR28xaEJDVzhIcExsQ2ZNb1E5UFJQbEh3WUlGb1ZLcFlEQVlUTEk2a2U5UC82Zlg2NmNLSWRvVktWSUU4K2JOUzNkaGJITmtaV1dGM3IxN1k4dVdMZmowMDAraFZxdXhlZk5tdEduVEJnc1hMc1N6WjgrVWpwZ2o0dVBqc1d6Wk1yUnUzUnByMXF5QldxMUc2OWF0RVJnWWlQNzkrM09ZSTdQeTk1bFcxYkN3M2pKUmJxaFJvMFlabzlGNEFFQlpEdzhQTEZ5NGtNTWNFZVVxSVVUcUVRQW11WWN1WHc5MGVyMitJNENoMXRiV21EbHpacjQ2cnI1UW9VSVlPWElrTm16WWdFYU5HaUVwS1FrTEZpeUFuNThmQWdNRGtaS1NvblRFYkRFWUROaTVjeWZhdFd1SGdJQUFKQ1Frb0Y2OWVsaTFhaFcrLy81N3N4L0l5VEtscEtSQVNta0U4UHByYnhEUlcvMnpEejkvL255VFBya1pFZVVmcHR5SHo3ZmZGcnU3dTcrbjFXcURBZGlPR1RNR2JkdTJWVHBTcmdvTEM4UE1tVE54NXN3WkFDOU9xT0x2N3c4Zkh4K3o2SmhKS1hIeTVFbk1uRGtUa1pHUkFJQXFWYXBnMkxCaFBGc1ptYjFtelpyaC92Mzd6MEpDUWdvcW5ZWElYUDNkaDk4RjRQM0tsU3RqOGVMRlpsbWhJQ0x6MUxadFcxeTdkaTB4SkNURTVBNFR5NWVkamtxVktsbHJ0ZHFWQUd4YnQyNmQ3NGM1QUtoVnF4YVdMbDJLM2J0MzQrZWZmOGJWcTFjeGVQQmdlSGw1WWVqUW9YanZ2ZmVVanZoYWx5NWR3dXpaczNIbzBDRUFnSk9URTc3NjZpdjg2MS8vVWpnWlVjNklpNHVERUNKZTZSeEVaaXhmOU9HSnlIeVpjaC9lSkVPOUszdDcrMUVBOUdYS2xNSElrU09WanBPbmZIMTkwYmh4WTZ4ZXZSci85My8vaHhNblRxQnIxNjVvMmJJbCt2WHJCMmRuWjZVanBybC8vejRXTGx5SWpSczNBbmhST1Azc3M4L1FvMGNQYUxWYWhkTVI1UXlEd1lDRWhBUUFlSzUwRmlKenBkZnJwd0xJTjMxNElqSS8vK2pEbTFTRkl0OTE2UFI2ZlUwQVl6UWFEU1pNbUFCcmE1TTgxRFZYYWJWYWRPL2VIWUdCZ2VqY3VUT3NyS3l3WThjT3RHM2JGdlBtelVOc2JLeWkrWjQ5ZTRiZmZ2c05mbjUrMkxoeEk3UmFMZHEzYjQ4dFc3YmdpeSsrNERCSCtjcExKeXJLSDJjc0lzcGorYmtQVDBUbXc1VDc4UGx0b0ZOSktYOFdRcWcrL2ZSVHVMdTdLNTFIVWZiMjl2ajY2Nit4YWRNbU5HM2FGQ2twS1ZpOGVESDgvUHl3ZnYxNkpDY241Mm1lbEpRVWJOMjZGVzNhdE1IOCtmT1JtSmlJRHo3NEFPdldyY09vVWFOUXVIRGhQTTFEbEJjZVBud0lBSkJTM2xNNENwSFpjWGQzZncvQUVnRDQ5Ny8vYmZIdjYwU2tuTCsvb0RYSitrUytPdVRTdzhPanN4Q2lmb2tTSlRCZ3dBQ2w0NWdNWjJkbi9QampqemgzN2h4bXpKaUJrSkFRL1BqamoxaXhZZ1dHRFJ1R0R6NzRJRmRQbkNLbHhOR2pSekZyMWl4Y3VuUUpBT0RtNW9aaHc0WkJwOVBsMm5hSlRNR0RCdzhBQUVLSXV3cEhJVElybHRpSEp5TFRaY3A5K0h3ejBGV3FWTWxhQ0RFSkFBWU5Hc1RUR0dlZ2V2WHErTzIzMzdCLy8zN01uVHNYVjY5ZXhmRGh3MUdyVmkwTUd6WXNWNzc1akl5TVJFQkFBSUtDZ2dBQXBVcVZRdi8rL2RHOGVmTWMzeGFSS1VvZDZLU1VIT2lJc3NDUysvQkVaRnBNdlErZmJ3YTZnZ1VMZGhkQ2xITjFkVVdMRmkyVWptUFNHamR1aklZTkcyTDkrdlZZdEdnUndzTEMwTE5uVC9qNittTEFnQUZ3Y1hGNTUyM2N2WHNYQ3hZc3dOYXRXd0VBRGc0TzZOR2pCN3AxNndhTkp0Lzh0U042cS92Mzd3TUFwSlEzRkk1Q1pEYjBlbjFOS2FWRjkrR0p5SFNZZWg4K3YzVG9OQ3FWNmpzQTZOdTNyMWxjZDAxcGFyVWFuVHAxd3BZdFc5QzllM2ZZMnRwaTkrN2RhTisrUFFJQ0F2RDQ4ZU5zcmZmcDA2ZHBGempmdW5VcnJLMnQwYkZqUjJ6YnRnMDllL2JrTUVjVzU4cVZLNmsvWGxBeUI1RVpZUitlaUV5S3FmZmg4OFZBcDlmcm13TW9VN1pzV1h6NDRZZEt4ekVyZG5aMkdESmtDRFp2M296bXpadkRhRFJpMmJKbDhQUHp3NnBWcTVDWW1KaXA5U1FuSjJQanhvM3c4L1BEd29VTGtaS1NnaVpObW1ERGhnMFlNV0lFQ2hiazlaVEpNa1ZHUnFiK0dLWmtEaUp6d1Q0OEVaa2FVKy9ENTR1QlRrbzVCQURhdFd2SHZYUFpWS0pFQ1V5Y09CR3JWcTJDbDVjWDR1TGlNSDM2ZExSdjN4NTc5dXlCMFdqTThIRlNTaHc0Y0FBZE9uVEFmLzd6SHp4NThpVHRJdWMvL2ZRVFNwVXFsY2ZQaE1oMHBLU2s0UExseXdEd0xEUTA5S3JDY1loTUh2dndSR1NLVEwwUGIvYkh2OVdzV2RORkNOSEV4c1lHN2RxMVV6cU8yYXRjdVRJV0xGaUF3NGNQWS9iczJZaUtpc0xJa1NOUnZYcDErUHY3cHpzclpYaDRPR2JObW9YZzRHQUFRTm15WlRGdzRFQTBhZEpFcWZoRUp1WDI3ZHVwbHdlSlVqb0xrVGxnSDU2SVRKR3A5K0hOZnFEVGFEUXRBY0RMeXdzRkNoUlFPazYrVWI5K2ZkU3JWdytiTjIvR3dvVUxjZTdjT1h6eHhSZG8zTGd4MnJWcmh4MDdkbURYcmwwQWdNS0ZDK1B6eno5SHg0NGRvVmFyRlU1T1pEcXVYcjBLQUpCU2NxQWplanYyNFluSUpKbDZIOTdzQnpvcFpTY2hCRDc2NkNPbG8rUTdLcFVLN2R1M1I4dVdMYkZreVJLc1dyVUsrL2Z2eC83OSt3RUFOalkyK1BUVFQ5R25UeC9ZMmRrcG5KYkk5SVNIaHdNQXBKU25GSTVDWlBMWWh5Y2lVMlhxZlhpejd0QzV1TGpZQ2lIcXE5VnFOR3JVU09rNCtaYU5qUTM2OWV1SExWdTJ3TS9QRDliVzF2ajQ0NCt4YWRNbURCMDZsTU1jMFd1a0hvNE00SUNTT1lqTUFmdndSR1NLektFUGI5Wjc2SW9YTDY0RG9LMVlzU0xQb3BnSGloWXRpckZqeDJMczJMRktSeUV5ZVVsSlNUaDc5aXlrbEluSnlja25sTTVEWk1yWWh5Y2lVMlVPZlhpejNrT25VcW4wQU9EbTVxWjBGQ0tpZEM1ZnZveWtwQ1FJSWNMRHc4T1RsTTVEWk1yWWh5Y2lVMlVPZlhpekh1aU1SdU43d0lzek14SVJtWkxUcDArbi9zaitITkZiU0NrN0FXQWZub2hNampuMDRjMTZvQk5DVkFHQWN1WEtLUjJGaUNpZGd3Y1BwdjY0UzhrY1JLYU9mWGdpTW1YbTBJYzM2dzZkRU1JVjRFQ1hGenc5UFFFQURnNE8yTGx6SjJ4c2JONzZtRTZkT3VIaXhZdXd0YlhGb1VPSGNqdWlvanc5UFRQMVBETzduSktlUFh2R1E1N2VVVUpDQWs2Y09BRUFTWW1KaWJ1VnprTmt5dGlISnlKVFpTNTllTFBlUXllbHRBZUFRb1VLS1IzRllzVEd4bUw3OXUxdlhlN1lzV080ZVBGaUhpU2luTlMzYjErMGJObFM2UmhtNzh5Wk02a0Y2dUR3OFBBNHBmTVFtVEwyNFluSVZKbExIOTZzQnpvaFJBRUFtZHBiUk8rdWFOR2kwR3ExV0xWcUZhU1ViMXgyK2ZMbHNMS3k0ckJ0Wms2ZVBJbVVsQlNsWTVpOXYvZk9BY0RCTnkxSFJPekRFNUhwTXBjK3ZGa1BkQUNzTlJvTjFHcTEwamtzZ3NGZ2dMZTNONjVkdTRiRGh3Ky9kcm1vcUNnY08zWU1EUm8wU04xTFFTYkdZREFvSFNIZmtsTGlqei8rQUFBWWpjWkFoZU1RbVR6MjRZbklWSmxMSDk2c08zUlN5aWNwS1NsRms1T1RvZFZxbFk2VDd5VW5KNk5MbHk0NGZQZ3dWcXhZZ1FZTkdtUzQzUExseXdFQVhicDB3VjkvL1FWcmErc01sd3NQRDhmS2xTc1JFaEtDUjQ4ZXdjN09EdFdxVlVPSERoMWVLY2EvcVh2V29FRUR4TWZINDlTcDlGK2U3TnExQzJ2WHJzV0ZDeGNnaEVEWnNtVXhlUEJnMUsxYk45MXlaOCtleGVMRml4RVNFb0tFaEFRNE96dkQxOWNYdlhyMWVtMzIzSkNWSEpHUmtWaTNiaDFPbmp5SnUzZnZRcVBSb0VxVkt1alpzeWNhTm15WWJ0blUzOTJlUFhzd1pjb1U3TjI3RjgrZlAwLzMrMHJ0U0FKQWZIeDgybi8vODNkS2J4Y1ZGWVdiTjI5Q1Nua3JORFQwaU5KNWlFd2QrL0I1aDMzNE4yTWZubDVtVG4xNHM5NURKNFM0RHdCUG5qeFJPb3JGcUZ1M0xpcFZxb1FUSjA1azJKRzdmLzgrL3ZqakQ3aTV1VUduMDhGb05HYTRuclZyMTZKbno1N1lzMmNQS2xTb2dOYXRXOFBEd3dNaElTRVlQbnc0NXN5WjgwNDVseTVkaXRHalIrUGF0V3Y0NktPUDBLUkpFengvL2h3UkVSSHBsZ3NNREVTdlhyMFFGQlFFYjI5dnRHalJBaXFWQ2dzWExrUy9mdjN5YkE5alZuUDA3OThmTzNmdWhJdUxDMXExYWdVdkx5K2NPWE1HdzRZTnc1RWpHYzhRUC83NEkwNmVQQWxmWDEvVXFWTW4zWDBkT25SQWh3NGRBQUFhalNiZGYxUFdIRGlRZGhLc25Vcm1JRElYN01QblBmYmg4emYyNFhPR09mWGh6WG9QSFlEN0FLckd4TVNnZVBIaVNtZko5MUo3YzkyNmRjTzRjZU93Y3VWS2pCczNMdDB5YTlhc1FYSnlNcnAyN2ZyYTladzVjd2JUcGsxRHdZSUZNVy9lUEZTdlhqM3R2aHMzYnFCUG56NVl1blFwdkwyOVh4azhNbXY1OHVWUXFWUll2WG8xSEIwZDAyNS85T2hSMnMrUmtaSDR6My8rQXhjWEY4eWZQeDlPVGs0QUFLUFJpUEhqeDJQNzl1MVl2MzQ5dW5UcGtxbHRKaWNuWThxVUtWbk9tcDBjblR0M1JvY09IZURnNEpCMjI4YU5HL0dmLy93SEsxYXNnSStQVDdwdEpDWW00dkxseTFpL2ZqMXNiVzFmeWZETk45OEFBTmF0V3dldFZwdjIzNVExVWtyczNKazJ4NjFSTWd1UnVXQWZQbThWTFZvVVQ1OCt4YXBWcTlDK2ZYc0lJVjY3YkdvZjN0YldGa2xKSm5zK0NQcUhreWRQWnZoZVQxbGpUbjE0czk1REIrQWNBRnk1Y2tYcEhCYmw0NDgvUnZIaXhmSEhIMytrRzVDZVAzK09UWnMyd2NuSjZZMFhoMTJ4WWdXTVJpT0dEQm1TYnBnRGdESmx5bURBZ0FFQVhnd28yWldZbUFncDVTdHZWRVdMRmszN2VkbXlaVEFZREJnelpremFFQVVBS3BVS2ZmdjJCUUQ4K2VlZm1kNW1Ta29LMXExYjk4WS9HY2xPamkrKytDTGRNQWNBelpvMUE0QU12MDAxR28zbzM3OC9YK0J6MlpVclYzRGx5aFZJS2UrRmhJVHNVem9Qa1psZ0h6NFBzUStmZjdBUG4zdk1yUTl2N252b1RnTXY5bkQ0K3ZvcW5jVmlhTFZhZE9yVUNYUG56c1c2ZGV2dzFWZGZBUUMyYnQySzJOaFlmUDc1NTI5OFl3NE5EUVVBTkduU0pNUDc2OVdyQndBNGQrNWN0ak4rL1BISDJMeDVNM3IyN0luZXZYdWpaY3VXcnd3ekowK2VoQkFDZS9ic2VXVmdTdDBiZWVQR2pVeHZNN1BIM2Y5VGRuTkVSa2JpekprenVIYnRHbTdkdW9XYk4yOENlSEhNOXo4SklUTGNOdVdzMUJkL0ljUjJBRzgrRlN3UkFXQWZQcSt4RDUrNzJJZlBIOHl0RDIvV0E1MlVNa0lJd1QxMENtamZ2ajBXTFZxRURSczJvSGZ2M3RCb05GaTFhaFhzN096UXRtM2JOejcyOGVQSHNMS3lncjI5ZlliM0Z5NWNHTUNMUW05MmpSdzVFbzZPamxpK2ZEa21UNTZNdVhQbm9udjM3dWpac3lkVXFoYzdwbU5pWWlDbHhQcjE2MSs3bm95R281eVcxUnlQSGozQ045OThnK0RnWU5qWTJLQkNoUW9vVmFvVTZ0V3JoMHVYTG1WNFNRbHJhMnRZV1ZubFNuNTZJU1VsQllHQkw3N0VFMEw4cW5BY0lyUHhkeCsrNkpNblQxaWZ5Q1AvN01QLzg1SVJXZW5EVDVzMkRRRGc1ZVdGQmcwYTRNR0RCemgyN0JpQ2dvTFFzMmRQREJvMEtOczVseTVkaWpsejVxQlFvVUpwUi82RWhZVWhJaUlpM1VBWEdCaUlTWk1td2NyS0NnMGFORURCZ2dVUkZoYUdoUXNYNHZqeDQvamxsMS95NU11Q3JPYm8zNzgvNHVQam9kUHA0T1hsaFljUEgrTFFvVU1ZTm13WTVzeVo4MHA5QW5qUmh6OTE2aFI4ZlgxeDU4NmRkUGVsZHQvWHJWc0hqVWFEZHUzYTVlNFR6c2ZNclE5djFnTmRmSHg4cUsydHJURThQRnlWMGVGMWxIc2NIQnpRdW5WcnJGMjdGci8vL2pzS0Z5Nk1XN2R1b1d2WHJtODlxNUtkblIxaVkyUHgvUGx6Mk5uWnZYSi82a2x1VWdjNzRNVWVwdGNkV3BEUmRkTTBHZzIrL1BKTGRPM2FGZHUzYjhmaXhZc3hiOTQ4UEhqd0FDTkdqQUFBRkNoUUFIRnhjUWdLQ2tvYjhwU1ExUnlUSjA5R2NIQXcrdlRwZzE2OWVxVU5ha2FqRVN0V3JNandNZnkza2Z0T25qeUpCdzhlQUVERXFWT25ncFRPUTJSRzJJZlBRK3pEdnhuNzhHU09mWGl6N3RCRlJFUThCQkQwNE1FRFJFWkdLaDNING5UdDJoVXFsUXFiTm0xQ1lHQWdWQ29WT25mdS9OYkh1YnU3QTBqMzdVYzZ4NDRkQXdEb2RMcTAyK3p0N1pHVWxKVDZnVG5OcFV1WDNuaHN2NTJkSFRwMDZJREZpeGREQ0lGdDI3YWwzZmZlZSsvQmFEUWlMQ3pzclpselUxWnpIRGx5SkcxZ2ZYbXZXMDZkaWV4dEY0Mm5qS1dlTVU1S3VWcmhLRVRtaG4xNEJiQVBuekgyNGNrYysvQm12WWZ1YjFzQTFOdS9mei9lZSs4OXBiTllsTktsUzZOeDQ4Yll0MjhmaEJCbzBxUUpuSjJkMy9xNDFHUDNwMCtmRGxkWDEzU0hldHk2ZFF0ejU4NkZScU5KOTgxZzllclZjZXpZTWF4WnN3WURCdzRFOE9KRk55QWdJTU50QkFVRnBmdEcwTWJHQmtLSWRNZXZ0MjNiRnNlUEg4Zmt5Wk14Wjg2Y2ROLytTU2x4K1BCaFZLbFNCU1ZMbHN6OEx5VWJzcHBEcTlVaUlTRUJGeTllUk5XcVZRRzhlQVArNmFlZjNqbUxuWjBkbmo5L2pzZVBINmZiUTBwdjl2anhZK3pac3djQWtoTVNFaFlxbllmSXpMQVByd0QyNFRQR1BqeVpZeC9lN0FjNm85RzRXNjFXLzNqZ3dBSDA2OWRQNlRnV3AxdTNidGk3ZHkra2xPaldyVnVtSGxPM2JsMzA3ZHNYdi96eUM3cDI3UXB2YjI4NE96dmo0Y09IT0hyMEtBd0dBOGFPSFF0WFY5ZTB4M1RwMGdYSGpoM0RraVZMY1Bic1diaTR1Q0E0T0JqbHlwV0RyYTB0NHVQajAyMmpmLy8rcUZTcEV0emMzQ0NseE5HalIyRTBHdE5sOVBYMXhlSERoN0Y5KzNhMGFkTUczdDdlY0hSMFJGeGNIRTZmUG8wN2QrNWczYnAxdVQ3UVpUVkg4K2JOc1c3ZE92VHUzUnNOR3phRWxaVVZqaHc1QWg4Zm43UTMyT3lxV2JNbWpoMDdodjc5KzhQWjJSblRwMC9QaWFlWTcvMysrKytwaC83dU8zLysvSjIzTFU5RS84TSt2SExZaDg4NTdNUG5EK2JhaHpmN2dTNHNMQ3hFcjllZnZuRGhRczF6NTg2OXN0dWZjbGZObWpWUnMyWk5DQ0ZRbzBhTlREK3VUNTgrcUZtekpsYXRXb1V6Wjg3ZytQSGpLRktrQ0JvM2JvenUzYnUvc3JlMWZ2MzZtRHg1TWhZdFdvVFEwRkJjdm53WnpabzF3OENCQXpQOGRyQno1ODQ0Y09BQXRtL2ZEaXNySzFTcFVnVkRodzdGeHg5L25HNjVjZVBHb1hidDJ0aThlVE9DZzRPUm1KaUlRb1VLb1ZxMWFoZzhlREFxVnF5WXZWOU1GbVVsZ05IN2dnQUFJQUJKUkVGVWg3Ky9Qd29VS0lEZmYvOGQrL2J0UThtU0pkR3hZMGYwNnRVclV4ZUtmWk1SSTBaZzlPalJ1SGp4SXE4NWxFa3BLU2xwM1VVcFpjYTdqSW5vdGRpSFZ3Nzc4RG1IZmZqOGdYMTRCZW4xK3I1NnZWNk9IVHRXRWhIbHBiLysra3ZxOVhxcDArbFk1Q1hLSnAxT2QwU3YxOHZ6NTg4ci9VODZYOVByOWJKKy9mcnBicnQ1ODZhc1hidTIvT3l6eitTUUlVTms3ZHExNWUzYnQ5LzZ1RUdEQmttOVhpOTM3dHlaNGJaMjdOZ2g5WHE5SEQ5K2ZOcHRqUm8xa25xOVh0Ni9mei9kc2xGUlVWS3YxMHU5WHYvRy9MZHUzWktlbnA2eVFZTUdhYmQ5OWRWWFVxL1h5K0RnNERjK05qTXllcDZaWFM2ck9YeDhmS1MzdDdjMEdBenBibytJaU1ody9abk5scnFzajQ5UHBwYWw5RWFQSHAzNm5qNVc2ZGZGckREcms2S2tldjc4K1FZcFplTCsvZnNSR3h1cmRCeWkvMmZ2dnVPYXV0NC9nSDlPQ0VNUXJST29vcFNxU0pHUm16cFFxNmhZNjZ5REtrVzAxUEhWcXEydDFmYmIydFpKYTRjRFJWdEhXd1hjQWpMRTlYV0wxa0hDVkVDMGlpQ2lBZ3F5UXBMeit3T1RIMDVXa2t2Q2ViOWVlYjFpeGozUFJVanV1ZmM4ejZQM1VsTlRzV3paTW9qRllzeWNPUk5KU1VsOGg5Umc3ZGl4UTNWWGI1Wm1NRXdERkFFQUowNmM0RHVPUmtlVkQzL2x5aFhFeHNiV0toOGVBRmF1WFBsY0FZOVg1Y01EbFZVMFZhckxoNi9xWmZud1FPVVZyOXpjM0tkZVR5bkYyYk5uY2UvZXZXcjNwNzVxRzRleHNUSGtjdmxUUHp0TjVzT1hsWlhoNGNPSDlkNVdZNkxQK2ZCNnYrUVNxS3gyeVhIY2h1TGk0aS8rK3VzdmZQNzU1M3lIeERCNlJ5Nlg0OHlaTXdnSkNYa3FGKy9TcFV2dzgvUERXMis5aFVtVEptSEFnQUdzK2U4VG1abVp1SHo1TWdCQUpwTnQ1RGtjaHRGYkxCK2VYeXdmdnY1WVByeiswK2Q4ZUlPWTBBR0FRcUZZS1JBSVpvV0docHI2K2ZteENuME1VME1QSHo1RWRIUTB0bS9mcmo1NzJMUnBVN3ozM25zWVBIZ3dUcDQ4aVppWUdGeTVjZ1hmZlBNTldyWnNDUjhmSDR3Y09iTFI5NHhxM3J3NXpNek1VRlpXQmxOVFUzczhxZGJITUV6dHNIeDRmckY4ZU0xZytmRDZTOS96NFEwcXU1TGp1RlVBdnZEMjlzYUNCUXY0RG9kaEdyU01qQXpzM2JzWEVSRVI2bDUrSFRwMHdMaHg0ekJ1M0xpblNrT1hsNWRqLy83OTJMZHZIMjdjdUFHZ2NybkkwS0ZETVg3OGVEZzZPdkt5RHcxQlFFQUFnb0tDQUdDUFJDS1p3SGM4REtPdk9JNmJBZUNQRVNOR1lNbVNKWHlId3pCTUkzTHExQ25NbXpjUGxOSjBxVlRxd0hjOHRXVlFFenBYVjlkMkFvRWcxZGpZdU9uT25UdDFka2FHWWZTRlhDN0grZlBuc1gzN2RseTZkQWxBWmRXczd0Mjd3OGZIQjMzNzluMWxGUzFLS1M1ZXZJanQyN2VybDc0QWdLdXJLeVpPbkloKy9mbzF1dVdZT1RrNUdEVnFGSlJLWllWY0xyZFBURXpNNGpzbWh0RkhYYnQyYmRXa1NaUHNwazJibWtaSFJ6L1hjSmxoR0VaYlpzeVlnY3VYTDROU09sOHFsZXJkR3RXWGQ0elVRN201dVVVMk5qYkZsTktoNmVucEdEVnFGQ3Z4eWpBQUNnc0xFUjRlam0rLy9SYjc5dTNEblR0M1lHNXVqdUhEaDhQZjN4Kyt2cjdvMkxGanRYOHZoQkMwYjk4ZVE0Y094WWdSSXlDWHkzSDc5bTFrWm1iaTZOR2ppSWlJQUtVVUhUcDBlSzc1cTZHeXRMUkVkblkyMHRQVGpRUUNnVWxPVHM1QnZtTmlHSDMwNE1HRDB0ZGZmNzFsUlVXRnUxS3BSSzlldmZnT2lXR1lSaUF6TXhPclY2OEdBTWhrc25IMzc5L1h1M1dxaGpqYkVYSWNGd2ZBWmVIQ2hSZzdkaXpmOFRBTWIvNzk5MS9zMjdjUDRlSGhLQzh2QjFCWjBXek1tREg0NElNUDBMUnAwM3FQVVZwYWlyQ3dNSVNHaHVMV3JWc0FBQk1URTR3WU1RTGp4NDlINTg2ZDZ6MUdRNWVhbW9xSkV5ZUNVbnBmSnBPMVQwbEowYnN2QTRacENKNnN0TGx1WVdGaEdoVVZ4ZkxoR1liUnVrZVBIbUhZc0dHcXh1K3VFb2xFNy9MaERlb0szUk5LYTJ2ckJBQlQ0dVBqeVpBaFEyQnBhY2wzVEF5ak13cUZBaGN1WE1BdnYveUNsU3RYSWprNUdVcWxFbUt4R0Y5KytTVysrZVliaUVRaWRSUFQrakkyTm9hTGl3dkdqeCtQYnQyNm9hQ2dBSm1abWJoNjlTcjI3ZHVIdUxnNE5HL2VITzNidCtlMTZhczJ0V3JWQ3FkUG4wWmVYcDZGVUNoTXo4bkowYnN2QTRacENISnpjNHRVVitsa01objY5T25EZDBnTXd4ZzRNek16UEg3OEdBa0pDUURRS2ljblp4L2ZNZFdXSVY2aEF3Q0lSS0lWaEpDdm5aMmRzV1hMRmdpRkJsUFFrMkZlNlBIanh6aDA2QkNDZzRPUmxWV1p4bVZtWm9iQmd3ZGowcVJKVDVXTzFyYk16RXdFQndmajhPSERLQzR1QmdCWVcxdGo0c1NKR0Q1OE9KbzNiNjZ6V0hRbE1qSVNTNVlzQWFYMHBGUXFIY0IzUEF5anIxZytQTVBVVFdwcUt2YnUzWXY5Ky9lamUvZnVtRDE3TnB5ZG5ma09TeS9vZXo2OHdVN29uSnljVEV4TlRXTUJ2RDE1OG1UTW5UdVg3NUFZUml0dTM3Nk4wTkJRN051M1Q5M0R4OXJhR21QR2pNR0VDUk40dlVKZFhGeU0wTkJRaElXRjRmYnQyd0FBVTFOVGpCNDlHbDVlWGdaMW9GWlVWSVQzM25zUHBhV2xTa3JwbS9IeDhUZjVqb2xoOUpWSUpQcU1FQkxnNnVxS1AvLzhrK1hETTh4THZLeUhyQXJySVZ0eml4WXRVcldNQ0pSSUpKL3lIVTl0R1BRbkpNZHhuUUJJQ0NHV0FRRUJiT2tHWXpDVVNpVXVYNzZNSFR0MjRNeVpNK3JIM2R6Y01HSENCSGg2ZWphbzVZMUtwUkpuenB6QnpwMDduNnF1MmJOblQvajQrTURkM2IxQnhWdFh5NVl0dy83OSt3RmdzVVFpWVhYWEdhYnVXRDQ4dzd4Q1RYdklQbnIwQ0FCWUQ5a2EwT2Q4ZUlPZTBBR0FTQ1R5Sm9Uc2JOcTBLZjc2NnkrZExqdGpHRTByS1NuQjRjT0hFUklTZ3BzM2J3S292T0kxYU5BZytQcjZ3c0doNGJkTytmZmZmeEVjSEl3alI0Nm9yeWkyYTljT3ZyNitHRHAwcUY3bnZKNC9meDV6NXN3QkFJbEVJaEh6SFEvRDZET1JTT1FPSUxaWnMyWms1ODZkc0xHeDRUc2todUVkNnlHclBaUlMrUHI2SWpVMUZRQW1TU1NTRUw1anFpbURuOUFCQU1keC9nQyt0Ykd4d2JadDI5Q3FWU3UrUTJLWVdzbk96a1o0ZURqMjd0Mkx4NDhmQXdEYXRHbUQwYU5Idzl2Yld5OHJ3UlVWRldIdjNyMElEdy9IblR0M0FBQk5talRCMkxGak1XN2NPSFRzMkpIbkNHdFBKcFBCMDlNVHhjWEZWS2xVMnJObGx3eFRQeXdmbm1GWUQxbGQwdGQ4K0VZeG9RTkFSQ0xSSGtLSWw2T2pJN1pzMlFJek16TytZMktZVjZLVVFpS1JZUGZ1M1RoMjdKajZjV2RuWjR3ZlB4NURoZ3lCa1pIK0Y2cFZLcFU0ZnZ3NGR1M2FCYWxVcW42OGI5KysrUERERDlHelowKzl5cDlSTGJ1a2xQNGdsVXFYOFIwUHcrZ3psZy9QTkdhRmhZV0lpWWxCU0VnSWNuSnlBQURtNXVaNDk5MTNNV25TSk5qWjJkVjZtM2Z1M0VGUVVCQU9IVHFFb3FJaUFKVW5pQ2RPbklnUkkwYWdSWXNXbXR3RnZhT3YrZkQ2YzVSVVQrM2J0Mi9TcGsyYjA0U1F0L3YwNllPVksxZXlzeEZNZzFSV1ZvYWpSNDhpSkNRRUdSa1pBQ3I3dW5sNGVNRFgxeGRPVGs0OFI2ZzkxNjVkUTFCUUVJNGRPNmJ1bTllaFF3ZE1talFKUTRZTWdZV0ZCYzhSVmk4Mk5oYWZmZllaQUp5UlNDVDkrSTZIWWZRZHk0ZG5HaHZXUTVaZitwZ1AzMmdtZEFEZzVPUmtiV3BxZWhiQW0vMzc5OGN2di96Q2xtOHdEVVp1Ymk3Q3c4T3hlL2R1RkJZV0FxanNielpxMUNqNCtQaWdaY3VXUEVlb080V0ZoZGk1Y3ljaUlpS1FtNXNMQUxDd3NJQ1hseGZHamgyTDl1M2I4eHpoeXoxKy9CZ0RCdzZFUXFFb3k4L1BiM0h6NXMweXZtTmlHSDNIOHVFWlE2ZFFLSER4NGtYczJMRUQ1ODZkQTFDNXJKTGpPSHo0NFlmdzhQRFF5bW9WU2luT25UdUhIVHQyNE1LRkM2Q1VBZ0RFWWpGOGZYM1JwMDhmZzFnTlZCdjZtQS9mcUNaMEFPRGs1TlRCMU5UME5JQ09Bd2NPeEU4Ly9jUW1kUXl2RWhJU3NHdlhMaHc5ZWxUOVFlcm82SWp4NDhkajJMQmhqZnIzVTZGUTRPalJvOWk5ZXpjU0V5dDdkUk5DNE9IaEFXOXZiNGpGNGdhNUhIUDY5T21RU0NSUUtwWEQ0K1BqWS9pT2gyRU1BY3VIWnd3UjZ5SGI4T2hqUG56RE94TFNnVzdkdXIxcGJHeDhpaERTenRQVEV6LysrR09qTy92QThLdTh2QnpIang5SFNFaUlxcG9TakkyTjBhOWZQL2o2K3NMRnhZWG5DQnVlMU5SVUJBVUY0Y1NKRTVESktpc0oyOXZiWS9Ma3lmRDA5SHlxc2hmZmdvS0NFQkFRQUFEckpSTEpITDdqWVJnRHdmTGhHWVBCZXNnMmJQcVdEOThvSjNRQTRPTGk0bUJrWkhTS0VHTFZ2MzkvL1BqamoreUxnZEc2Ky9mdkl5SWlBanQzN3NURGh3OEJBQzFhdE1ESWtTUGg0K09ETm0zYThCeGh3MWRRVUlDZE8zY2lNaklTOSsvZkIxRFplOGZiMnh1alI0OXVFS1hOazVLUzRPZm5Cd0NYSlJKSmQ1N0RZUmlEd2ZMaEdYM0dlc2pxRDMzTGgyKzBFem9BNERqT2tWSjZoQkRTM3RYVkZXdldyRUd6WnMzNERvc3hRTW5KeWRpOWV6Y09IejRNaFVJQkFPalNwUXMrK09BRGpCdzVraDJRMUlGY0xzZWhRNGV3Wjg4ZXBLU2tBQUFFQWdFR0RScUVDUk1tUUNRUzhSWmJXVmtaK3ZYckI0VkNVU3FSU0pvQmtQTVdETU1ZR0pZUHorZ2Ixa05XLytoYlBueWpudEFCUUxkdTNXeE5URXlPQW5Dd3Q3ZkgrdlhyMGJadFc3N0RZZ3lBVENiRHFWT25FQklTZ3VUa1pBQ0FVQ2hFbno1OTRPdnJDNDdqZUk3UWNDUW5KeU00T0JpblRwMVNOMXJ0M0xrekprK2VqSUVEQi9KeTlYM1NwRW00Y3VVS0tLWGRwVkxwWlowSHdEQUdqT1hETS9xQTlaRFZiL3FVRDkvb0ozUUEwTFZyMTFaTm1qUTVTQWpwYm1WbGhjREF3RWF4UHBqUmpyeThQRVJHUm1MbnpwM0l5OHNEQURSdjNoekRody9IeElrVFlXMXR6WE9FaGlzdkx3ODdkdXhBWkdRazh2UHpBVlQrN0wyOXZmSCsrKy9EeXNwS1o3R3NYTGtTTzNic0FJQXZKQkxKR3AwTnpEQ05CTXVIWnhvaTFrTldQM3ZJdm9nKzVjUHI5MDlhZzF4Y1hDeU1qSXpDQ1NHRHpjM040ZS92ajM3OUd2eVNXYVlCdVhyMUt2YnMyWU9ZbUJqSTVaVXI3TjU4ODAxNGVYbmgvZmZmaDZtcEtjOFJOaDRWRlJVNGNPQUE5dXpaZzdTME5BQ0FrWkVSM24zM1hVeVlNQUhPenM1YWorSFFvVU5ZdUhBaEtLWEJVcWwwc3RZSFpKaEdpT1hETXcwRjZ5R3IzejFrWDBTZjh1SFpoTzVweGlLUmFBTWhaQm9oQkxObXpjTEhIMytzOTJjWUdPMlJ5K1U0YytZTWdvT0RrWkNRQUtCeTR1RHU3bzZKRXllaWUvZnU3UGVIUjVSU0pDUWtJRGc0R0dmT25GSG5Mem82T21MeTVNbnc4UENBaVltSlZzWk9TVW5CNU1tVEFlQ3NSQ0o1Unl1RE1BekQ4dUVaWHJFZXN2OVBuM3ZJdm9nKzVjT3pJODBYNERodURvQlZBSXdIRFJxRXhZc1h3OXpjbk8rd21BYms0Y09IaUlxS3d2YnQyOVdWRmkwdExURjA2RkQ0K3ZxaVhidDJQRWZJUE92ZXZYc0lDUW5CZ1FNSDFCVkdXN1pzaVE4Ly9CQ2pSbzFDNjlhdE5UcGVRVUVCUEQwOVFTbk5ra3FsdGhyZE9NTXdUMkg1OEl5dXNSNnlMNmV2UFdSZlJGL3k0ZlhqcDhrRGp1TUdBdGdEb0ZXblRwM3c2Nisvb2tPSERueUh4ZkFzSXlNRGUvYnNRV1JrcExyNGhwMmRIY2FORzRleFk4ZXlwVDU2b0x5OEhGRlJVZGk3ZDY5NldZeFFLTVRRb1VNeFljSUVPRG82YW1RY1Npa0dEQmlBd3NKQ1pVRkJnVVZEcjVERk1QcU81Y016MnNaNnlOYWVQdldRZlJGOXlZZG5FN3BYY0hGeGVjUEl5Q2lLRU9MVXBFa1RmUGZkZDNqdnZmZjREb3Zod2VYTGw3RjU4Mlpjdmx4NWNrWWdFS0JIang2WU9IRWkzTjNkOWVaTUUvUC9LS1dJaTR0RFNFZ0lZbU5qb1ZRcUFWUW1ydi9uUC85Qjc5Njk2ejNHeHg5L3JEbzc2U3FSU0JMcnZVR0dZVjZKNWNNejJzQjZ5TmFmUHZTUWZSRjl5WWRuUjZIVmNIRnhzUkFLaFg4QThBV0FVYU5HWWNHQ0JXd0paaVBUdDI5ZmxKYVd3c0xDQWtPR0RNR2tTWk1hNVJYYjNOeGN6Smd4QTJGaFlTOXNKcXBLSUQ1Ly9yeldjdE8wSVNjbkJ5RWhJWWlKaVVGaFlTSE16TXdRR3h0YjcrMSsrKzIzT0h6NE1DaWx3NlJTNlVFTmhNb3dUUFZZUGp5akVheUhyT1kxNUI2eUw2SXYrZkNHMmQ1ZGd4SVRFNHNsRXNra0FCOVRTaDlIUmtiQzE5Y1gxNjVkNHpzMFJvZUdEeDhPQU9BNERnc1hMbXlVa3prQXNMS3l3djc5KzE4NG1kTm5OalkyV0xCZ0FRWU1HQUFBNk5PbmowYTJxOHJMVXlxVnJGY0Z3K2hPaFZRcW5RN2dVMHBweGZyMTYvSDExMStqcEtTRTc3Z1lQU0NUeVhEMDZGRjg5TkZIK09pamp4QVRFd05DQ1ByMzc0L05temRqNTg2ZEdEdDJMSnZNMVpGUUtNU0lFU01RRkJTRWJkdTJ3ZFBURTBaR1JqaDY5Q2ltVFpzR2IyOXZ4TVRFb0t5c1lXUXB2UDc2NndBQVNxa2R2NUc4R2p0ZFZRc3VMaTRPUXFGd0x3Qm5FeE1UZlBIRkYvRHk4aks0ZzF2bWVmZnUzY1A3Nzc4UG1VeUc0T0JndlBYV1czeUgxQ0RwNnhVNkFQajMzMy9oNWVVRlkyTmo3TjI3RjdhMjlhOWpzbTNiTnF4ZHV4YUVrRy9qNHVKKzBrQ1lETVBVQXN1SFoycUs5WkRsVDBQcUlmc3NmY21IWnpPUldraE1URXpMejgvdlFTbmRJcFBKOFBQUFAyUG16Sm5JeXNyaU96Ukd5OXEyYlF0ZlgxOEF3Sm8xdGMrSlRVcEtnbGdzeG9VTEYrRGo0NE5ldlhwaC9Qanh1SHIxcXZvMUZSVVYyTEJoQTBhTUdJR2VQWHRpMkxCaDJMeDVzenEzcXliYmVOWFlrWkdSR0Rod0lINzc3VGNBbFdjaGYvbmxGd3dZTUFCOSsvYkZ0OTkraThlUEg2dmZ0MnZYTHJ6NzdydHdkM2RYdjBlMUxkV1o3c0xDUWl4WXNBQzllL2ZHaUJFamNPSENoYWZHZnRVWU5ka2ZwVktKclZ1M1l0U29VZXFmaWVyNTZ1S3ZyZlhyMXdNQVJvd1lvWkhKSEZDWll3RUFsRkwrdm8wWXBoR1RTQ1RINVhKNWQwcHBTa1pHQm54OGZIRG8wQ0crdzJJYWtLdFhyMkxKa2lVWU5td1lBZ01Ea1plWGh6ZmZmQk5mZi8wMURoNDhpQysvL0pKTjVyU3NWYXRXK1BUVFR4RVRFNFB2di84ZURnNE9lUFRvRVRadTNJaVJJMGZpdSsrK1ExSlNFaSt4RVVMd3hodHZnQkFpYU5teVpSZGVncWdCTnFHcnBaczNiNVpKcGRMcFNxVnlESUNjdUxnNFRKZ3dBV0ZoWWVxeXRZeGg4dlgxaGFXbEplTGk0bkQrL1BrNmJTTXNMQXhyMTY3RmtTTkhZRzF0aldYTGxxbWY4L2YzeDhtVEo3RnExU3JFeHNaaXhZb1ZDQThQeDhhTkcydThqVmU1Y09FQ29xS2lNSFBtVEFEQTh1WExrWnFhaWwyN2RpRTZPaG9GQlFWWXVYSWxBQ0FyS3d1Ly92b3JsaTlmam1QSGptSG8wS0V2M09haVJZdnc2TkVqUkVaR1l1dldyYy85WEY0MVJrMzJaL1hxMVFnTEM4T3laY3NRR3h1THdNQkF2UGJhYXpYZWRrMGxKU1hoeElrVGFOS2tDVDc1NUpNNmJlTkZxbFE5YmRobHZCakdnQ1VtSnY2clVDaDZBZ2dwTFMzRndvVUxzV1RKRXJZRXN4R1R5K1U0Y2VJRXBreVpBbDlmWDBSR1JvSlNpcjU5KytMMzMzL0g3dDI3TVg3OGVKaWFtdklkYXFOaWJHeU0wYU5IWS92Mjdmanp6ei9oNGVFQkFEaDQ4Q0Q4L1B6ZzYrdUxJMGVPcUt0bDZvcXFZQXVsbFBXa01rVE96czR0T0k3YnpYRWM1VGlPenB3NWs5NjVjNGN5aGlzNE9KaHlIRWQ5Zkh5b1VxbXM4ZnNTRXhNcHgzRTBNek5UL1Zoc2JDd1ZpOFZVb1ZEUWdvSUNLaGFMYVh4OC9GUHZpNGlJb0o2ZW5qWGFSblZqcDZhbXFoL0x6OCtuWXJHWXBxV2xxUjg3ZS9Zc2ZlZWRkeWlsbE42OWU1ZUt4V0lhRVJIeHdtMFZGeGZUdkx3OHluRWNUVWxKVVQ5Lzd0dzV5bkVjTFM4dnIzYU02dmFuc0xDUWR1L2VuVjY2ZE9tNWZhcHUyN1doVkNycDlPblRLY2R4ZE0yYU5iVisvNnNjUDM2Y2NoeEgzZHpjL3VMNzg0cGhHSURqT0QrUlNGVEVjUndkTTJZTVRVOVAxK2pmUE5Pd0ZSUVUwS0NnSURwa3lCQ3FPbmJyMzc4L1hiRmlCYzNLeXVJN1BPWUZjbk56NmNxVksrbkFnUVBWLzJlZW5wNzB6ei8vcFBmdjM5ZEpEQ3RYcnFRY3gxRlhWOWVQK2Y0TWU1bkcyL1ZRQTVLU2tnb0FUQkNKUkhzQkJGNjhlTkZxL1BqeFdMRmloY2FLS2pBTnk3aHg0eEFjSEl6VTFGUWNQbnk0MW0wc1dyVnFwYjV2YVdrSlNpbmtjamx5Y25KQUtYMnVaMUtIRGgyUW41K3ZYbmI1cW0wWUdSbWhSNDhlNnVkNjlPaUIzMy8vWGYzdjl1M2JxKy9mdlhzWGxGSjgrT0dIejhWWVVWRUJLeXNyTEZ1MkRBRUJBUWdKQ2NFMzMzenpYT1dwM054Y2RZd3FUWnMycmZFWTFlMVBkblkyRkFvRkhCd2NubnQvZGR1dVRiTDZQLy84ZzdpNE9MejIybXVZTm0xYWpkOVhFNnJHc2dLQmdHWFBNMHdESUpGSXRycTR1SndYQ29WN2I5MjY1VHg1OG1TV0Q5OElzQjZ5K3F0dDI3YVlOMjhlWnMrZS9WUVAyZlhyMTJQanhvMGE3eUg3SXFyakZLRlEyR0RYM3JJSm5RWklwZEo5WGJ0MlBXRnVicjYzcEtSa1FGUlVGSnZRR2FnbVRacGc5dXpaV0xKa0NUWnUzQWhQVDAvMVFYdDlxSHJZM0xwMUM5MjZkVk0vbnBXVkJTc3JxeG9kYUJnWkdTRXVMdTZsejFjdDJkMnlaVXNBd0lFREIxNmFHekIwNkZCNGVucGk3ZHExK09xcnIzRDA2TkdubmxkTjN1N2R1NmUrcjVyazFYU01WMUhsbjJWbVpzTEp5ZW1wNStxN2JSV0ZRb0cxYTljQ3FGeFNhMkZoVWVkdHZVaVYzdzM5cWhERE1BWXNNVEV4emM3T3JrZUxGaTNXeVdTeWFULy8vRFArOTcvLzRZY2ZmbmpxeEJlai8xN1VRN1pYcjE2c2g2d2VNalUxaFplWEY4YU5HL2RVRDltb3FDaEVSVVZwdElmc3MvUWhINTZkanRLUTFOVFVQS1ZTR1FCQTUydDdHZDBhTm13WWJHMXRrWm1aaWREUVVJMXNzM1hyMWhnMGFCRDgvZjF4N2RvMUtCUUtKQ2NuNDQ4Ly9sRDFQOUVvS3lzcmNCeUgzMzc3RGJtNXVWQW9GRWhQVDhmRml4Y0JWUFpsaTQrUEJ5RUV0cmEya01sa3orV0kydHJhd3Q3ZUh1dldyVU5oWVNHeXM3TVJGQlJVNHpGcUVtTy9mdjNnNysrUDlQUjBLQlFLcEtXbElUczd1OTdiVmpsMjdCalMwOU5oWldXbExucWpTYXErUlpSU2hjWTN6akJNbmJGOCtNYmg4ODgveCtYTGwyRmhZWUd4WThjaU5EUVU2OWV2UisvZXZXczFtUk9MeGVvYlU2bHFrYlJuQzZacEV5RUViNy85TnRhc1dZUEl5RWg0ZTN1aldiTm1TRXBLd29JRkM3UXlwajdrdzdNSm5RWUpCSUl5QUNndkwrYzdGRWFMaEVJaFB2dnNNd0RBMzMvL3JiRmVLVXVYTG9WWUxNYnMyYlBoN3U2T0gzNzRBWDUrZnZEMjl0Ykk5cC8xODg4L1F5QVF3TXZMQzMzNjlNSGl4WXZWQnpJS2hRSkxseTVGbno1OXNHdlhMaXhmdnZ5RlgzNHJWcXpBZ3djUE1IandZSHo5OWRjWU8zWnNqY2VvQ1g5L2Z6ZzdPMlBXckZubzI3Y3ZGaTllclA3N3F1KzJaVElaMXExYkJ3Q1lPbldxVm5vS1Zma3NZTlVYR0tZQmlvK1AzMTlSVWVFRVlFOVpXUm44L2YweGE5WXM1T1RrOEIwYW93R2E2aUc3ZGV0V0FLaHpRVFJHTzdUVlEvWlpxdU1EcFZMSjBpY2FBNUZJMUovak9EcHQyalNkSkdreS9GRXFsWFRpeEltVTR6aTZjZU5HdnNOaDZtRGZ2bjJVNHpnNmR1ellXaFc0cVkzbzZHaFZFdmM2dmorZkdJWjVOWkZJNUNVU2llNXlIRWY3OXUxTHo1NDlxNVhQQlVaM2NuTnphYTlldlo0cjRGVmJxaUplNWVYbEdveE92MVV0a2xiMXZxN2R1SEdEY2h4SGUvYnMrVlNSTlUwNmZmcTA2cnM4bU8vUHFaZGhWK2cwU0tGUWxBRnN5V1ZqUUFqQjNMbHpBUUE3ZHV4QVlXRWh6eEV4dFZGY1hLd3VHRE5yMWl5dDVWR3dLM1FNb3ora1V1bSswdEpTSndBblNrcEtFQlVWeFhkSVREM1Z0NGZzeTZpV0dFWkZSZUhkZDkvRmtDRkRjUEhpUld6ZnZoMERCZ3pBNE1HRGNmcjA2VHEvdHVyU1JkVmpNcG1zUnYxYmE5dWpWWmY5WGwrMmovV2hqUjZ5ejlLSGZIZzJvZE1nSXlPaklnRDEvbVZuOUVQMzd0M1JzMmRQRkJVVllmUG16WHlIdzlUQ25qMTdVRkJRZ0c3ZHVtSFFvRUZhR3ljL1B4OEFvRlFxNzJ0dEVJWmhOSWJsd3hzZVRmU1FmWm1NakF6czM3OGZ2WHIxd3NLRkMzSHIxaTBjT0hBQUhoNGVXTFZxVloxZlc1MVg5Vyt0Ylk5V1hmVjcxUVp0OVpCOWxqN2t3N01KblFiSlpMSzdBUERnd1FPK1EyRjA1Tk5QUHdVaEJLR2hvYmgvbngyejY0T0NnZ0w4K2VlZklJUmd6cHc1V2gzcjd0MjdxcnUzdERvUXd6QWF3L0xoRFV2ejVzM1ZMV2tDQXdNMVd2Um13b1FKTURjM3g3Qmh3NUNmbnc4L1B6K1ltNXRqeUpBaHVIMzd0bm9pVU52WFZtZk9uRGxvM2JvMW1qVnJCbTl2YjZTbnAwT3BWS0tnb0FBeE1USDQ3My8vQ3lzcks3ejIybXZ3OWZYRnNXUEhYcmlkb3FJaTdONjlHei84OEFOY1hWMGhGQXBoYjI4UEd4dWJXbStyT3U3dTdoQ0x4ZkR6OHdNQXZQUE9PeENMeFhVdVNFWXBWZWZCZi9EQkIwKzFRTkkwZlZodHc5b1dhRkJLU2tvK3gzR2xqeDgvYmxKYVdvb21UUnBzTVJ4R1F4d2RIVEY0OEdBY09YSUVnWUdCV0xKa0NkOGhNZFVJQ2dwQ2FXa3BldlhxaGU3ZHUydDFyRHQzN2dBQUtLVnNRc2N3ZW9KU1drWUlZVmZvREVoOWU4aStqT3BLbHJtNU9ZREtpdFZBWllsOUFFOU4wbXJ6MnVxOHJIOXJiWHUwMXFmZmEyMnBybzRtSlNYQno4OFBaODZjVWY4czZrS2JQV1NmcFNwK1J3Z3AxZXBBOWNDdTBHbmVMZUQvRCtRWXd6ZHo1a3dZR1JuaDRNR0R1SG56SnQvaE1LK1FrNU9ESFR0MlFDQVFxQ3VWYXBQcWMwQ2hVTEFKSGNQb0NaWVBiM2hVUFdRQllPUEdqWkRMNVR4SDlHSW1KcFVwV2xXclo5Y21qYWRxajlhNHVMaW5iaStxNUZ5MTMydDl0NlZMMnU0aCt5eDl1RUxISm5TYWR4TmdFN3JHcEdQSGpoZzNidHhUSHpCMXdmcmNQRS9UZlc0MmI5NE11VnlPUVlNR3ZmQ01wQ2FWbFpVaEt5c0xBSXFTazVOenEzczl3ekFOQTh1SE4wemE2Q0dyYVhaMmRqQTNOMGQwZERTQXlvbEVjSEROQ3l2V3RrZXJMdnE5YW9PMmU4ZytTeC95NGRtRVRzTW9wU2tBa0phV3huY29qQTVObVRJRnBxYW1PSFhxRkpLVGsrdTBEZGJuUnJ0dTNMaUJpSWdJR0JzYmF6MTNEZ0J1M2JvRlNpa29wYWxhSDR4aEdJMWgrZkNHcVQ0OVpGVjVYKzd1N3RvSVRjM1UxQlQrL3Y3WXQyOGZSbzBhaFZtelpxRjM3OTYxMmtadGU3UnFzOS9yaXpnN095TXVMcTdPeXkxMTBVUDJXU3dmdmhGeWRYWDE1VGlPZnZYVlYxcnBoY0UwWEJzMmJLRDE2VVBJK3R3OFQ1TjlidWJObTBjNWpxUExseS9YY0pRdmR1alFJY3B4SEJXSlJFRjhmeTR4REZNN0hNZVZjQnhIUzBwS2RQSjV3ZWdHNnlHci8zVFJRL1pabjN6eUNlVTRqcnE2dXZiZys3UHBaZGdWT3MxTEFTcXZCakNOeThTSkU5RzBhVk5JSkJLY08zZXUzdHRqZlc0MEp6RXhFU2RQbm9TNXVibFdTeHRYbFo2ZURnQ2dsQ2JxWkVDR1lUU0o1Y01iSU5aRFZyL3Bxb2Zzcy9RaEg1NU42RFFzTHk4dkZZQThNek96VGxXQUdQM1ZyRmt6ekpneEE0Qm1TeU96UGpmMVE1OHBiYXhLOU5hMktwUDZVem9aa0dFWVRib0pzQW1kSVdJOVpQV1hybnJJVnFVditmQnNRcWRoV1ZsWnBRQ1M1SEk1RWhQWmlmbkdadXpZc1dqVHBnM1MwdEp3Nk5BaGpXeVQ5Ym1wbi9QbnowTWlrZWlrdExIS3c0Y1BrWjZlRGtwcFFYeDgvR1dkRE1vd2pNWlFsZzl2MEZnUFdmMmp5eDZ5VmVsTFBqeWIwR2tCcGZRQUFQVVNONmJ4TURNenc2eFpzd0JvcmpSeVErNXpvNnJLK2Rsbm42RzR1UGlGVjZWcjJ1ZW1KdHVxcmFxVlJ5ZFBubHl2bmplMWtaU1VwTHI3RHdETmRiRmxHRVlubEVwbFBBREhSRGd0QUFBZ0FFbEVRVlJjdTNhTjcxQVlMVkQxa0MwdkwwZGdZQ0RmNFRBMW9Pb2gyN05uVDYzM2tLMnFTanNxTnFGcmJDaWx4d0JBSXBId0hRckRnMkhEaHFGRGh3NjRmZnMyOXUzYngzYzR6MmxNZlc3Kzk3Ly80ZHExYTdDMnRzYkVpUlBydmIyYVlzc3RHVWJ2c1h4NEE4ZDZ5T29QWGZlUXJVcGY4dUhaaEU0TEhqeDRjQUZBV1dwcUtvcUtpdmdPaDlFeG9WQ29UcnF1Yldsa1hXZ3NmVzdLeTh2VnVYUFRwazJEVUNpczl6WnJvcUtpQW9jT0hRS2xWRWtwM2EyVFFSbUcwU2lXRDIvNE5OVkRWaGVxRmk1cmpIVFpRL1paK25LQ2xrM290T0JKSHQzL2xFb2xqaDgvem5jNERBLzY5KzhQSnljblBIandBTnUyYmF2UmUxaWZHODMxdVFHQXFLZ281T1RrNEkwMzNzRG8wYVBydmIyYWtrcWxxc3Bwa3ZqNCtKczZHNWhoR0kxaCtmQ05neVo2eU5aSFptWW14b3dadzl0RWplL3hhMExYUFdTcll2bndERVFpMFljY3g5RVpNMmJvcEVjRzAvQmN1blNKY2h4SCsvZnZUeDg5ZXNSM09JM0s0OGVQNmNDQkF5bkhjZlRZc1dNNkhYdlpzbVdVNHpqS2NkeEN2aitIR0lhcE81Rkl0SXpqT0xwcTFTcWRmb1l3dWxYZkhyTDFVZFArczlycVU2c1AvVzkxM1VPMnF0T25UNnY2eWNidy9YbFVIWGFGVGt0S1NrcWlBWlRFeGNVaEx5K1A3M0FZSHJ6OTl0dHdkM2RIVVZFUk5tN2N5SGM0amNydTNidng4T0ZET0RzN1krREFnVG9iOTlHalJ6aHc0QUFBVk1oa010WlFuR0gwR0dYNThJMkNwbnZJMWtiVmxUbGlzVmo5ZUdGaElSWXNXSURldlh0anhJZ1J1SERoZ3ZxNTJ2U2RCWUNMRnkvQ3g4Y0hQWHYyeE1pUkkzSCsvUGxxeDYrb3FNQ0dEUnN3WXNRSWRlL1l6WnMzUTZsVWF1a244V0o4OUpDdFNsK1dXd0pzUXFjMWFXbHBSVXFsY3JkU3FVUkVSQVRmNFRBOFVTMFBDQThQeDcxNzkzaU9wbkhJejgvSFgzLzlCYUN5TkxVdXhjVEVxSmF1SEVsT1RyNnQwOEVaaHRFb2xnL2ZPR2lyaDJ4TmJOMjZGVUJsZTUyNHVEajE0NHNXTGNLalI0OFFHUm1KclZ1M1BqVUpVNmxwMzluaTRtSjg5OTEzT0hQbUREdzhQUERUVHo5Vk83Ni92ejlPbmp5SlZhdFdJVFkyRml0V3JFQjRlTGhPVDA1VG5ucklxdWhiUGp5YjBHa1JwVFFZQUtLam8zVitWb05wR0xwMjdZcjMzbnVQbFViV0lWVnA0MmZQT0dxYlhDN0g5dTNiQVFDVTBqVTZHNWhoR0sxZytmQ05oelo2eU5aVmZuNCtUcDgramM4Ly94eXRXN2RHNjlhdFg5aER0YVo5WndjTUdBQjdlM3RjdjM0ZFRaczJSWFoyOWl0YktqMTgrQkRSMGRGWXVIQWh1blRwQXFGUUNCY1hGOHljT1JOaFlXRmEyKzluOGRGRHRpcDl5NGRuRXpvdFNraElPRWtwVGJsMTZ4YjdNbWpFV0dsazNWR1ZOall5TXRKNWFlTmp4NDRoSnljSGxOSXJVcW4wZnpvZG5HRVlyYUNVN2dDQWd3Y1A4aDBLbzBYYTZDRmJWN201dVFDQURoMDZxQjlyMnJUcGM2K3JhZC9aZGV2V1llVElrZGl5WlF0dTNib0ZBSys4eVBEa2V3ejI5dlpQUGQ2aFF3Zms1K2ZyNUFJRlh6MWtxenB5NUFnQWdCQ3lYK2VEMTRGdTZuZzNYaFNBUDRBZFFVRkI4UFQwNURzZWhnZTJ0cmJ3OHZMQzd0MjdFUkFRZ05XclYvTWRrc0hhdEdrVEZBb0YzbjMzWFhUcDBrVm40OHBrTXZVVldFcnBMem9ibU5GTGRuWjJacTFhdGJLamxOcFJTdCtnbExZVENBUXRBRFNubERZRDBBeEE4eWMzRXdER0FJU0VFR05LcVFraFJBaEFRQ210QUZBQm9JSVFVZ0dnNHNsamp3RThBdkNJRUZLb3VrOHB2VXNJdVNtWHkyOHFGSXFiS1NrcCticmZlLzFTVWxJU2JXRmhVUklYRjJlZWw1ZUhWcTFhOFIwU295WERoZzNEMzMvL2pjek1UT3pidHcvZTN0Njh4S0dhdk4yN2QwOTlYelhKcTYyc3JDeHMzYm9WZS9mdWhiMjlQYzZmUDQvRGh3Ky84ajF0MnJRQkFOeTZkUXZkdW5WN2FsdFdWbFlRQ0xSL0xZaXZIcklxK3BnUHp5WjBXaWFUeVVKTlRFeXlVMUpTMnNYRnhlbDBDUmpUY0V5Wk1nVVJFUkU0ZmZvMGtwS1M0T3pzekhkSUJ1ZjY5ZXVJakl5RWlZbUp6blBub3FPamNlZk9IUUJJam8rUHIxbWZDc2FnT1RnNFdEWnAwc1NGRU9KQ0NPbEdLYlVIWUVzSXNRYlFTcFduUXdnQklVVDl2cXIzWCtTWjE1cWdjc0pYby9lcm5oTUtoUkFLaGVBNHJwaFNta01JdVFQZ0JxVTBGVUNpVXFsTVRFaEl5SzdWRGh1b3RMUzBJamMzdDkwQVBvNklpTUNVS1ZQNERvblJFbFVQMlMrLy9CSi8vLzAzUm84ZURUTXpNNjJPMmF4Wk13QkFmSHc4dW5idGltYk5tc0hXMWhiMjl2Wll0MjRkbGl4WmdxS2lJZ1FGMVcxT29iclNtSk9UZzlhdFcyUG56cDNWanQrNmRXc01HalFJL3Y3K1dMcDBLZXp0N1hIMTZsWDg4Y2NmbUR4NWNqMzJ0bWI0NmlGYmxUN213N01KblphbHBLVElSQ0xSY2dDL0J3UUVZTnUyYmRWK1lUT0dwM1hyMXBnOGVUSTJiZHFFZ0lBQWJONjhtZjBlYUJDbEZPdlhyd2NBakJ3NUVxKy8vcnJPeG43MDZCRTJiTmdBQUZBcWxkL3JiR0Ntd1hCeGNXa3ZFQWc4Q1NFREFIUUZZRWNJYVZ2MU5WWC8zaTBzTE5DK2ZYdTBhOWNPN2R1M2g0Mk5EWm8xYXdaemMzTTBhZElFNXVibTZwdXhzVEdNakl5ZXV4RkNvRkFvbnJySjVYSW9GQXFVbHBhaXBLUUVKU1VsNnZ2RnhjWEl6YzFGZG5ZMnNyS3lrSldWaGJ5OFBBdENTQ2NBblFEMFU4Vm9aR1FFanVPS0tLV1poSkIwQU9jVkNzWC9FaElTNGxHNThxUlJlWklQLzNGMGREVDgvUHgwY29XQzRZZXFoMnhLU2dxMmJkdW1McGFpTFIwN2RzVFlzV014ZCs1Y05HM2FGRWVQSGdVQXJGaXhBb3NYTDhiZ3dZUFJ1WE5uZUhsNUlTVWxwZGJidDdPemc3ZTNOeFlzV0lDMmJkdkMyOXNic2JHeDFZNi9kT2xTQkFZR1l2YnMyWGo0OENIYXQyOFBQejgvZUhsNWFXYkhYNEd2SHJJcStwb1B6NDRvZGNESnljbkV4TVFraFJEU2FlblNwUmcrZkRqZklURThLQ29xd3NpUkkxRlVWSVMxYTllaVQ1OCtmSWRrTUJJU0VqQmx5aFJZV0ZnZ01qSlNuVnVnQzh1WEwwZDRlRGdBbkpGSUpQMTBOakRERndISGNYMEFqS09VdWhGQ0hBQllQL3VpVnExYW9XdlhydWphdFN2czdlMWhiVzJOTm0zYW9FV0xGcnprZzd4SVJVVUZDZ29La0orZmo5emNYTnk2ZFF1cHFhbElUVTFGWm1ibWM5WCtLS1dQbjB6d3JsSktvd1VDUVdSY1hGd0pQOUhyRkJHSlJFbUVFS2VmZi82WnBVOFl1TXVYTDJQR2pCbXd0TFJFWkdTaytpb1dvMzNGeGNVWU5Xb1VIajU4aUY5Ly9WV25iWWRVRGg4K2pHKy8vVmFWRCsrazh3RHFpRjJoMDRHVWxCU1ptNXZiWEVMSWdRMGJOc0RUMDFPZHRNbzBIcGFXbHZqUGYvNkRsU3RYSWpBd0VMMTc5MlpYNlRTZ2Ftbmo4ZVBINjNReWQvbnlaZFZrcmtTaFVPaStEQmVqRTJLeCtFMkZRakZCSUJBTXBKU0tBYndHL1A5VnR3NGRPcUI3OSs0UWlVU3dzN05EKy9idFlXbHB5V2ZJTldKc2JJeTJiZHVpYmR1MjZOcTE2MVBQeVdReTVPVGs0T2JObTBoSlNjR2xTNWVRbkp6Y1ZLbFVjZ0E0UXNoRVNta0Z4M0dKbE5KekFQWkpwZEt6QUF5eHBEUExoMjlFVkQxa3o1OC9qNDBiTjJMQmdnVjhoOVJvOE5WRFZrV2Y4K0haMGFRT2lVU2lJNFNRd2I2K3Z2amlpeS80RG9maFFWbFpHVWFQSG8zNzkrK0RYYTNWak5qWVdIejIyV2Q0N2JYWEVCMGRqU1pObXVoazNNTENRdmo2K2lJN094dVUwa1ZTcVhTcFRnWm1kTUxOemMwTndDY0NnY0FUZ0xyY20wQWdnRmdzeHNDQkErSG82SWlPSFRzMm1qUDRNcGtNdDIvZlJrWkdCczZlUFlzVEowNmd0TFJVL1R5bHRBREFHUURCVXFrMEFwVUZXd3pDazVVMk53Z2g3VFp0MnNUeTRRMWNhbW9xSms2Y0NGTlRVK3pmdng5dDI3YXQvazFNdmVUbjUyUFVxRkVvTFMwRlgzOWpZV0ZoOFBmM0I0QmtpVVNpVjhVTzJJUk9oOXpjM0RvTEJJSjRnVUJndm5uelpsUWVMekNOVFhSME5CWXRXb1QyN2Rzak5EU1VsNFJmUTZGUUtPRGo0NE9NakF6TW5UdFhKd25iUUdYSjU2KysrZ29uVHB3QUFLbEVJdWtPUUtHVHdSbXRjWFYxRlJrWkdjMmdsTDVMQ0hsRDlYaVhMbDNnNmVrSmtVaUVybDI3TnBnbGszeFRLQlM0Y2VNR1VsSlNjT0xFQ1p3L2YxNWRLcDFTV2lBUUNFN0w1Zkp0Q1FrSlVRRDRxd092SVNLUmFDWWg1SGNuSnllV0Q5OElMRnk0RUljT0hjTHc0Y094ZENrN1g2ZHRhOWFzUVhCd01OemQzWG5wMi92bzBTT01HemNPQlFVRlVDcVZZK0xqNC9XaVhZRUsrelRTTVk3alpnRDRvMzM3OXRpMWE1Zk9yaVl3RFlkQ29jRDQ4ZU54OCtaTnpKOC9IeDkrK0NIZkllbXRRNGNPWWVIQ2hiQ3hzVUY0ZURpTWpZMTFNbTVRVUJBQ0FnSkFLYzFYS0JSdkp5WW0vcXVUZ1JtTjY5U3BrNm1scGVWL0NDSFRBTGlvSG4vcnJiY3dac3dZOU96WkUrM2F0ZU14UXYxUldGZ0lxVlNLUTRjTzRmang0MVY3ZWQybGxPNHRLeXY3NmVyVnF6bDh4bGdmTEIrK2NibDkremJHalJzSFNpbjI3dDBMT3pzN3ZrTXlXRGs1T1hqLy9mY0JBQ0VoSVRwdE82U2k3L253Um53SDBOams1T1JJYkd4c2VoVVdGbmE2ZCs4ZVBEdzgyRm0rUmtZZ0VNRGEyaHFIRHg5R2VubzZ2THk4ZERZUk1TVGw1ZVdZUDM4K0hqOStqSG56NXVHdHQ5N1N5YmhuejU3RmtpVkxBRUJCQ1Brd1BqNytnazRHWmpUS3pjMnRzNDJOelVZek03UGZDU0ZqQUZoMTZkSUZYMy85TmViUG53OWZYMTg0T2pvMm11V1VtbUJxYWdvN096dDRlbnBpNHNTSjZOMjdOeW9xS25EOSt2V21BSG9hR3h2UHRiYTJIbXB0YloxMzkrN2ROTDdqcmEzNzkrOHJySzJ0cnhOQ0psNjllaFZlWGw1c2hZVUJhOTY4T1FvS0NwQ2NuSXk3ZCsvaXZmZmU0enNrZzdWcTFTcWtwcVppOE9EQm1EQmhnczdIdjN6NU1uNzk5VmVnTWg5K2VHNXVicDdPZzZnbk5xSGpRZHUyYlU4SUJBS2Y5UFQwcHMyYU5XTTl5Um9oT3pzN25EdDNEamR2M29TUmtSSGVmdnR0dmtQU08yRmhZVGgwNkJEczdlM3gzWGZmNmVURWlGUXF4ZHk1YzZGUUtFQXBYU0tWU2pkcmZWQkdvMXhkWFVYdDJyWGJTd2o1aFJEaUpCUUt6U1pNbUlBZmZ2Z0IwNlpOZzcyOVBWdFNxUUhHeHNhd3NiSEJvRUdETUhic1dOamEydUxLbFN1Q3NySXlXMEtJdDQyTmphK05qVTFwVGs2T2xPOVlhK1B1M2J2WHJLMnQreFFYRjc5WlhsNE9kM2QzdmtOaXRNakJ3UUg3OXUzRDlldlgwYnQzYjFoWldmRWRrc0c1ZnYwNmxpOWZEaE1URTZ4Y3VWTG5CYVVLQ3dzeGQrNWNGQlVWZ1ZLNlBENCtQa3luQVdnSXV6VEVFNDdqZWxGS1R3cUZRdFBBd0VEMDZOR0Q3NUFZSFpOSUpKZytmVHJmWWVpOWxTdFh3c1BEUSt2anBLV2xZZXJVcVNndExRV2xORkFxbGVxMmV6bFRMNjZ1cms1R1JrWWJLS1h2RUVKSXk1WXRNWC8rZkxpN3U3T3JjRG9pbDh1UmxKU0UzMy8vSFhGeGNRQUFTbWtHZ0tWU3FUU1kzK2hxanVYRE55NGJOMjdFcGsyYklCS0pXQTlaRGFPVTRzc3Z2OFNwVTZjd2J0dzRmUHZ0dHpvZDM1RHk0VmwzVEo1SUpKSi9BUHhIb1ZEZzY2Ky9Sa1pHQnQ4aE1UckdjUndHRHg3TWR4aDZyWGZ2M2pxWnpNWEh4MlA2OU9tcWluNGhiREtuUDdwMTYyWWxFb21PQ0FTQ1JBRDkyclp0UzM3NTVSZkV4TVJneUpBaGJES25RMEtoRUNLUkNCczNia1J3Y0RCNjllb0ZRa2duUWtnUXgzR3BITWZwdms1NUhjVEh4MThETUUrcFZHTFJva1ZQVmZwa0RJK1BqdzhzTFMwaGxVcHg3dHc1dnNNeEtJbUppVGgxNmhRc0xDd3dhOVlzblk4ZkVoS0NFeWRPZ0ZLYUw1Zkx4MEZQSjNNQXUwTEhPNDdqL0FGODI3SmxTMnpac2dVZE8zYmtPeVNHVVl1SmlVRitmajU4ZlgzNURvVTN4NDhmeHpmZmZBTzVYQTVLNlE2cFZEb0podGxyeTlBUWp1TVdBUGdPZ0dYcjFxM3gzLy8rRjMzNzltVTVxdzBFcFJScGFXa0lDQWpBeFlzWFFTbFZBZ2d2S2lxYWtwR1JVY2gzZk5VZ0hNY2RCREJreElnUldMeDRNYnR5WThCMjdOaUJsU3RYb2t1WEx0aXhZd2Y3djlZQVNpbW1UNThPcVZTS2p6LytHSFBtek5IcCtHZlBuc1hubjM4T1Nxa0N3QmlKUkJLbDB3QTBqRjJoNDVsRUlsbElLVjJibjUrUFR6NzVCSGZ1M09FN0pJWlJDdzhQUjFpWVhpNG5yemVGUW9HZ29DQXNXTEFBY3JtY0F2aE5LcFZPQkp2TU5Yak96czVkT1k2TEIvQ3prWkdSNWV6WnN4RVJFWUVCQXdhd3lWd0RRZ2hCMTY1ZHNXSERCcXhidHc0dFc3WVVFRUxHV1ZwYVpvaEVJdDMwSUtrN3FsQW9wZ0s0R3gwZGpWMjdkdkVkRDZORlk4ZU9SWnMyYlpDZW5vNlltQmkrd3pFSTU4NmRnMVFxeFd1dnZZYXBVNmZxZEd5cFZJcjU4K2VEVWdwSzZWSjluOHdCYkVMWElFaWwwczhCYk03TnpjV1VLVlBZOGt1bXdVaE1UTVR0MjdlaFZEYXVPVXgrZmo2KytPSUxCQVFFQUpYTmtlZEpKSklGUElmRjFJQklKUHJKMk5nNEVZQUx4M0dJakl6RWxDbFRZR1pteG5kb3pFc1FRdEM3ZDI5RVJrWmkrdlRwSUlTMElZUnM0emp1akZnc2JzNTNmQytUa0pDUURXQU1wYlI4OWVyVnVIanhJdDhoTVZwaVptYW12b0swYWRPbXFpMDVtRHBRS0JSWXUzWXRBT0Nqano3U2FRdXZ0TFEwZlBycHA2aW9xRkRsd3h0RWswRTJvV3NZcUVRaW1RbGcvZjM3OXpGMTZsUjF3ampEOE9YWXNXT1F5K1ZRS3BVSURRM2xPeHlkb0pUaW4zLytnYmUzTjJKalkwRXB6VllvRkVNa0Vza2F2bU5qWHMzWjJia0Z4M0gvRUVMK2EySmlZdnpiYjc5aDQ4YU5zTGEycnRQMmNuTnpNWHIwNkplZXpFaEtTb0pZTElaTUpxdFAyRm9oRm92Vk4zMWlibTZPbVRObklqdzhITGEydGdEUVY2bFVwbkVjOXc3ZnNiME15NGR2UElZT0hRbzdPenRrWldWaDc5NjlmSWVqMTQ0ZVBZcU1qQXpZMk5qb3RCZXZJZWZEc3dsZHc2R1VTQ1J6S0tYL0xTb3Fvck5uejBaMGREVGZNVEdOV05WSlhHUDQ4c3JOemNVMzMzeUQyYk5uSXk4dkQ1VFNnektaekNVaEllRUUzN0V4citiaTR1SmdiR3ljREtDbm5aMGR3c0xDTUdEQUFBZ0VkZitLczdLeXd2NzkrK3UxRGI1czNib1ZBSEQrL0hsK0E2bWpEaDA2WU5ldVhSZ3paZ3dJSVZhVTBxTnVibTdUK0k3clphUlNhUkNBSHdzTEMvSEpKNS9nMXExYmZJZkVhSUdSa1JFKysrd3pBSlYvWTZ3WVR0MlVsNWNqTURBUUFEQjkrblNkTFlNL2Z2dzRac3lZZ2VMaVlsQktkMGdra285ME1yQ082TjgzbFlHVFNxVS9VMHA5S3lvcVNoY3RXb1JseTVhaHJLeU03N0NZUmtnaWthanYvL3Z2dnp4R29sM0Z4Y1VJRGc3R21ERmpjUFRvVVFDNEQyQ21WQ29kbHBLU2tzOXplRXcxeEdKeFQ2RlFlQkhBNi8zNzk4ZjI3ZHRoWTJQRGQxaE1QWm1abVdIaHdvV3FIcE9taEpDTklwSG9PNzdqZWhtV0Q5ODQ5Ty9mSDkyNmRjT0RCdyt3YmRzMnZzUFJTeEVSRWNqSnlZRzl2VDFHalJxbDlmRWFTejQ4SzlQVFFJbEVJbGNBK3dnaG5UcDE2b1NmZnZvSjl2YjJmSWZWWUZCS2NmejRjZHkvZng4VEpreGdGYWMwN015Wk0vajg4OCtmZXN6RHd3TURCZ3hBejU0OTBhWk5HNTRpMDV6Q3drS0VoNGRqNjlhdEtDd3NCQUE1Z0wrVlN1Vlg4Zkh4RDNrT2o2a0JrVWpVRDBBTUljVEN6ODhQL2ZyMXc1UXBVN0JvMFNLc1diTUd3NFlOdy96NTh5R1R5YkJtelJvY1BIZ1FGUlVWNk5ldkg3Nzk5bHMwYmRvVUFMQnIxeTc4OWRkZktDb3F3cmh4NHpCLy9ud2tKU1hCejg4UFo4NmNnYm01T1FvTEM3RnMyVExFeHNhaVpjdVdHRDE2Tkg3Ly9YZWNQMzhlSmlZbXJ4eER0YTBOR3pZZ0lDQUFOMjdjUUljT0hiQmt5Ukk0T2pvQ3FPeUhGQlFVaExDd01PVG01cUpWcTFaWXVYSWxIQjBkcTQzL1dhcnhWTEdwL3IxNDhXS3NXN2NPaEJBc1c3WU0xNjVkdzVZdFd5QVVDdkg5OTkralg3OStkWHF0Nm1mMDdOaHBhV25WN25kTjlrMGlrV0RXckZtUXlXU1VFUEtUUkNKWnFNVmZxL29nSE1kdEJEQzlUWnMyQ0F3TVJLZE9uZmlPaWRFdzFrTldNM1RSUXpZL1B4K0xGeTlHYkd3c1VKa1AvNVdocGxDd0szUU5sRlFxVFNncEtlRW9wV0VaR1JudzhmSEIxcTFiV1NJdWdIdjM3bUhldkhuNDZxdXY4T3V2dnphSzVZQzZ0bS9mdnVjZU8zbnlKQll0V29UMzNuc1BIMzc0SVRadTNBaXBWTm9nYzRoZWhsS0s5UFIwckYyN0ZzT0hEOGZhdFd0UldGaW9vSlJHS3BYSzdoS0o1RDlzTXFjZm5KMmR4WVNRUTRRUWkzbno1bUhPbkRucTVaRVhMbHhBVkZRVVpzNmNDUUJZdm53NVVsTlRzV3ZYTGtSSFI2T2dvQUFyVjY0RUFHUmxaZUhYWDMvRjh1WExjZXpZTVF3ZE92U0Y0eTFhdEFpUEhqMUNaR1FrdG03ZCt0eHl4bGVOb1JJV0ZvYTFhOWZpeUpFanNMYTJ4ckpseTlUUHJWNjlHbUZoWWVwSlkyQmdJRjU3N2JVYWI3c21Nakl5c0gvL2Z2VHExUXNMRnk3RXJWdTNjT0RBQVhoNGVHRFZxbFYxZm0xMVhyWGZOZGszanVPd1k4Y09OR25TaEFENHhzM05UYmZkaDJ1TzVjTTNBdnJTUTVaU3luY0lMNlh0SHJJc0g1NXBrTnpjM1B3NGpydlBjUnoxOXZhbUtTa3B0REdTeVdRME5EU1U5dTNibDNJY3A3NE5HVEtFUG43OG1PL3dESXE3dS90VFAyT080NmhJSktJaWtlaUlTQ1FxcXZwNDc5Njk2UmRmZkVGRFFrS29SQ0toeGNYRmZJZi9GS1ZTU2UvY3VVUDM3TmxEdmIyOXErNlR6TTNOYmJkSUpIcUw3Nzl4cG5hY25KdzZjQnozaU9NNHVtSERCcXBVS2ltbGxDWW1KbEtPNDJocWFxcjYvejgvUDUrS3hXS2FscGFtZnV6czJiUDBuWGZlb1pSU2V2ZnVYU29XaTJsRVJNUlR2emVxYlJVWEY5Tzh2RHpLY2R4VG43M256cDJqSE1mUjh2THlhc2RRYlNzek0xUDlmR3hzTEJXTHhWU2hVTkRDd2tMYXZYdDNldW5TcGVkK2Y2dmI5b3VveGlzdkwzL3EzOW5aMlpSU1N2LzU1NStuL24zcDBpWEtjUnlWeStWMWVtM1Z2L21xWTFlMzM3WGR0eXRYcnREdTNidFRrVWlrNERodUl0Ky9oNjhpRW9tK0ZvbEV5cDQ5ZTlLb3FLaVgvbDh4akRaTW16YU5qaGt6aHU4d2VISDM3bDM2OWRkZlZ6MTJpWEZ5Y21ySjkyZUN0Z241RG9DcFhueDgvRmFSU0hRQXdPL3A2ZW5qSmsyYWhHSERodUdUVHo3QjY2Ky96bmQ0V2tlZm5HbFp0V29WYnR5NG9Yb3NDc0JNQUh2djM3L2ZlL1hxMWZqdXV3YWJYcUZYTGwrK2pQTHk4dWNlZjdLczlROUN5SEM1WEQ3QXlNaG9GSUQrWldWbFRxZE9uU0tuVHAwQ0FBZ0VBblR0MmhWdnYvMDJuSnljMEtGREI5amEydXEwTEhGeGNUR1NrNU54OGVKRm5EcDE2dGtjd0RTbFVybXp0TFIwYzFwYUdrdDAwVE5PVGs0bXBxYW1od0UwR3o1OE9HYk9uUG5ja3V2MjdkdXI3OSs5ZXhlVTBoZFdVcXVvcUlDVmxSV1dMVnVHZ0lBQWhJU0U0SnR2dm9GSUpIcnFkYm01dVFBcWkzV29WRjBTV04wWUtxMWF0VkxmdDdTMEJLVVVjcmtjMmRuWlVDZ1VjSEJ3ZU83OTFXMjdOZ1VGVkZmOFZNc2pXN2R1RFFBd05UVUZVSmxyVXBmWFZ1ZGwrMTNiZlhOMGRNUnZ2LzJHTDc3NFFnQmdpN096YzJKU1VsSlNqUVBSSWFsVStyT2JtOXZ0aW9xS0xZc1dMV29pbFVxeFlNRUMxajZEMFltRWhBUW9sVW9vbFVxOUxPeFVGOFhGeFFnTEM4UHZ2Lyt1T29hNUQrQjdxVlM2a2VmUWRJSk42UFNFVkNxOUQ4Q0w0N2ozQVB3U0V4UGpmUFRvVWZqNCtNRGIyeHR0MjdibE8wU05vNVJDSXBGZ3k1WXQ2djQrbE5KcmhKRC9TcVhTTUFCd2RuYWVLUlFLTDRXSGg1djI2TkVENzc3N0xxOHhHNEpYTmNpbGxDNlFTQ1JoQUk0OHVjSFIwZEhHek14c01DR2tMd0JPb1ZCMHUzTGxpdW1WSzFmVTd5T0VvRjI3ZG5Cd2NFRG56cDFoYTJ1TFZxMWFxVy9ObWpXcmRSNmtVcWxFWVdFaDh2THljUC8rZmZ6Nzc3KzRjdVVLa3BPVGtabVorVXpZOUJvaDVDU2xkS3RVS3RYUDBuOE1BTURFeE9SSEFGMGRIUjN4L2ZmZnYvRDNwdXBqTFZ0V25wZzljT0RBUzFzWURCMDZGSjZlbmxpN2RpMisrdW9yVlhFY05kWGs3ZDY5ZStyN3FrbGVUY2Q0bFJZdFdnQUFNak16NGVUazlOUno5ZDIyTnBtWW1BQUF5c3JLMUJPL3g0OGYxL2o5ZGRtM2Z2MzZZZXJVcWZqenp6L05oRUpoaEllSFI1ZVRKMDgyeUZ5RStQajRIU0tSS0FYQXZ2Mzc5M2RLVGs1bStmRFBvQ3dmWHVPT0hUdW1QdUVTR2hxS0R6NzRRUDNjNDhlUHNYMzdkclJyMTQ3bHd4c1lOcUhUTXhLSjVCQ0FJMjV1YnROa010a1AyN1p0YTdkOSszYTgvLzc3OFBIeGdaMmRIZDhoMXB0Y0xzYy8vL3lEUC8vOEU0bUppYXFISDFCS1YwaWwwalVBMUtlR2s1S1NrdHpjM0Q0bGhHeGF2bnc1SEJ3YzBMRmpSMTdpTmhULy9QUFBxNTRXUGZ2QTFhdFhjd0FFUGJtaFU2ZE9wcGFXbGowQmVCQkMzQUIwb3BTK21aV1ZaWjZWbFlWang0NDl0MUZqWTJOWVdWbkIwdElTWm1abWFOS2tpZm9HVkI0d2xwZVhvN3k4SEdWbFpjalB6MGR1YnU1VFZ6OVVLS1dVRUhJYlFLSlNxVHdHWUg5OGZQek4ydjRjbUlaSEpCSzVBL2pDMU5RVXExZXZydEhWS1NzckszQWNoOTkrK3cwTEZpeEE2OWF0Y2YzNmRUeDgrQkE5ZXZSQVRrNE9jbk56MGExYk45amEya0lta3oyWGUySnJhd3Q3ZTN1c1c3Y09TNVlzUVZGUkVZS0NnbW84UmsxaTdOZXZIL3o5L2JGNDhXSzgrZWFieU1qSVFOT21UZEd1WGJ0NmJWdWI3T3pzWUc1dWp1am9hRXllUEJubDVlVUlEZzZ1OGZ2cituT2JNV01HTGw2OGlLU2twRGNlUFhxMERNQTNHdGdkclpCS3BRa09EZzZjdWJuNTFveU1qTEUrUGo2WU9YTW1mSDE5SVJRMjdrT3dlL2Z1NGFlZmZzTHAwNmNCVks3dUdEOStQTTlSNmI5bld3NVZuZEN0WDc4ZWUvYnNVZis3UzVjdThQRHdRSThlUGVEazVLUStTZFBRVVVweDdkbzFIRHAwQ0h2MzdrVkpTUWtBS0NpbEJ5aWxpK0xqNCtQNWpsSFhHdmVuaWY1U3hzZkhiK3JVcWRNMlMwdkwvOGpsOHJtaG9hRnZob2FHd3QzZEhXUEhqa1dmUG4zVVMyUDB4YjE3OTNEdzRFSHMyYk1IZCsvZVZUMmNBeUJRTHBjSEpDWW1Gci9vZmZIeDhaczVqdXRmWEZ3OGNjNmNPZmo3NzcvVnk0T1kya2xJU0hobGJ4MUNpS21ycSt1N0NRa0pSMTcybW95TWpISUFwNS9jMUc4Vmk4WDJsRkpYU3FrckFMc24vYVdzQUxTdHFLaG9rNVdWVmR0bU5FV1UwaHhVL283Y0FYQU53RDh5bWV3Q2F6ZGdrQWdoNUM4QWdsbXpadFhxelBMUFAvK01GU3RXd012TEN4VVZGYkMzdDhmY3VYTUJWQzRkWExwMEtiS3pzOUd1WFRzc1g3NzhoVmNKVnF4WWdjV0xGMlB3NE1IbzNMa3p2THk4a0pLU1VxTXhhc0xmM3g4QkFRR1lOV3NXaW91TFlXZG5CMzkvL3pwdDI4L1BEd0RnN3U2dTFhSWNwcWFtOFBmM3gyKy8vWVo5Ky9haFRaczJHREJnQUM1Y3VGRGpiZFRsNTJaa1pJUWZmL3dSbzBlUGhrS2htTy9xNnZwM1FrSkNlbjMzUjF2UzB0S0tBSXh6YzNQenE2aW8rSFhkdW5XdER4OCtqTysvL3g1dnZkWDRVbmdyS2lvUUZSV0YxYXRYcXc3RUFRQi8vZlVYaGc4ZkRnc0xDeDZqMDM4dmF6bVVrcEtDUFh2MmdGSXFBM0FLZ0h0NmVuclQ5UFIwYk5xMENXWm1adWpac3lmRVlqSGVldXN0T0RnNHFLKzhOd1NVVXR5OWV4ZG56NTVGV0ZnWTB0UFZmL0lWU3FVeW5CQ3lSQ3FWWG5uVk5nd1p1N1p0R0FRY3gva0FtQTJnSndEU3JGa3pqQnc1RWg0ZUhuQnhjV213WndJTENnb1FHeHVMdzRjUDQvejU4K296NDVUU0JFTElGa0xJeHJpNHVPY3Z3enlqZmZ2MlRkcTJiWHNZd0R0dnZ2a210bXpaZ21iTm1tazdmSVB6M1hmZjRlREJnNjk4RGFYMHRGUXE3YS9ob1VtM2J0M2FDb1hDWmdoOUxUNEFBQ0FBU1VSQlZBS0JvQWtBYzdsY2J2N2tQb3lNakVya2Nua3hwYlFFUUxHeHNYRitYRnpjSXczSHdEUmdJcEhvUTBMSURudDdlK3pldmJ2UjVJVXdMN2RxMVNwczM3NGRsTklJcVZRNm11OTRha0lrRXJVQjhEc2haQndBbGc5ZkpSK2VFTko3ekpneExCKytIbDdVY21qcDBxWHc5UFRFeHg5L2pMUzBOQUQ0VFNLUkxCQ0x4Y1pWOCtFQk9LSEt2SURsdytzWE5xRXpNQnpIT1FLWVRTbjlnQkRTRnFoTVFoODhlRERjM2QzaDdPek02NXBwdVZ5TzlQUjBTS1ZTbkRsekJwY3ZYNjY2dkttUVVocWhWQ29ERXhJU0x0WjIyL2IyOXMyYk4yOStpaERpMnJselp3UUdCcklyZGJXVW5KeU1PWFBtb0tpb0NKVFNiWVNRandCQUlwR3d6d3FHVnh6SFpRS3cxVVh2SWtZL2xKZVh3OVBURThYRnhWU3BWRG9uSkNTa1ZQK3Voa0dWRHcvQTJkall1Tkhtd3ovSnlZYXpzN096VUNpOFJBZ3gvZW1ubjFnK2ZCM05uVHNYWjgrZWZlb3hCd2NIdUxtNVlmZnUzUUJ3SXo4LzMrbm16WnRsejc3MzJYeDRTbWszUXNoVFM3MVlQbnpEeFE3U0RKY1J4M0dlQUNaUVNvY1FRdFNuLyt6czdOQ3JWeTg0T2pyQzN0NGViN3p4aGxiT3VGQks4ZURCQTJSa1pDQXRMUTN4OGZHUVNxVlBKYzFUU2g4U1FvNEEyRjFlWGg2ZGtwSlNyNlptSXBHb0RTSGtNQUJSdTNidHNINzlldGphMnRaelR4cUg4K2ZQWTk2OGVhcStjaUVTaVdReXgzRktnRTNvR0g2SlJLSkJoSkQvZGV6WUVhR2hvYXh3QXFQMjg4OC9xM0tDTmtna2t0bDh4MU5MQWpjM3QybUVrQjhJSWUyRVFtR2p6WWNIQURjM3Qra0NnV0NUaFlVRmdvT0RXVDU4SGZUdTNmdTVLdFVDZ1FCS3BSSUFTdVJ5K1R1SmlZbVNGNzc1R1MvS2h3ZndKb0NYcnNOaytmRDhZZCtLalFNUmk4VTlLS1ZES2FWOUNTRTlBRmlxbnlRRXRyYTI2TkNoQXpwMjdBaGJXMXUwYU5FQ2xwYVc2cHV4c1RHTWpJeGdaR1FFZ1VBQW1VeUc4dkp5eUdReUZCY1hvNkNnQUE4ZlBrUmVYaDR5TXpOeDQ4WU4vUHZ2djArdGp3Y0FTbWs1Z0RoSzZWbENTSXhVS28xRlpVVWlqWEZ3Y0xDMHNMQ0lBRENnZWZQbThQZjNoN3U3dXlhSE1DaEtwUkxidDI5SFFFQUFLS1dnbEs2VVNxWHpBWURqT0Fxd0NSM0RMNUZJRkVRSW1UUnIxaXhNblRxVjczQ1lCaVE3T3h1alJvMENwYlJFS3BXK0JxRGFKZm9OelpNRDUvOFFRdWFpOG9DNVVlYkRBd0RIY1NFQUpyNysrdXNzSDc2V0xsKytqQmt6WnJ6MGVVcnBMS2xVK25zOWgzbGxQandocEEwQWxnL1BBM2FRMWpnWmNSem5CcUFYQURHbDFJa1E4aWFBVnRXOHIxYWVYSDM3bDFLYUJ1QXlJU1Mydkx4Y1V0K3JjRFh4cEZmVkh3QStKb1JnK3ZUcG1EcDFhb1BOSmVUTG8wZVBzR3paTXB3NGNRSUF5aWlsWDB1bDByV3E1OW1FanVHYms1TlRVMU5UMDN3QXhpZE9uR0M1c2N4VEtLV1lOR2tTcmw2OUNvVkNNVFloSVNHYzc1anFnZVhEczN6NE9wcy9mNzdxdS93NWxOSWNxVlNxaTBSTmxnL1BFM2FReHFoMTZ0U3BtYVdsWlJkS2FSY0Fyd3NFQWl0S2FVdENTQXRLcVNrQVkwS0lrRklxQkZCT0NDbW5sSllCS0tHVVBoQUlCSGVmbkdXNVZWeGNmQ1U5UGYwQnJ6c0VRQ1FTVFNHRXJBTmc3dWpvaUVXTEZxRno1ODU4aDhVN1NpbE9uejROZjM5LzVPWGxBY0J0U3VtRVo5ZWtzd2tkd3plUlNPUkpDRG5xNE9DQUhUdDI4QjBPMHdBRkJnYmk3Ny8vQm9EMUVvbGtEdC94YUFMTGgyZjU4TFhWdDIvZmwxYXBwcFNXUzZWUzF0WGVnTEdETk1iZ3VicTZPZ2tFZ3EyRWtMZU5qSXd3ZGVwVVRKbzBxVUdWNDlXbDNOeGNCQVFFNFBEaHc2Q1YzOEI3NUhMNUowbEpTUVhQdnBaTjZCaStjUnkzRU1EeWtTTkhZdkhpeFh5SDgwcEpTVW53OC9QRG1UTm5jUDM2ZGZYOVp6OXJxcjVPVzU5RHVoaWpvYmgwNlJKbXpwd0pBSWtTaWNTVjczZzBqT1hEczN6NGFpVWtKR0RLbENtdmZJMUNvUmp5cXBaRGpINXJtTmZ1R1VhRG5sUSs2K1htNXZZVmdPODJiZHBrSGhvYWlzOCsrd3hEaHc2RmtaRVIzeUhxeE9QSGo3RjkrM2I4L2ZmZnFLaW9BS1gwRHFWMGRueDgvSDYrWTJPWVYzQUJBRGMzTjc3allCcW9idDI2QVFBb3BWMTVEa1ViRkJLSjVEQ0F3M2dtSC83bXpaczlidDY4YVpENThGS3A5TDZEZzBOL0N3dUxpT3pzN0FFZmZmUVJ5NGQvaGIxNzkxYjdHb0ZBc0JBQW05QVpLRGFoWXhvTFJYeDgvRTlPVGs3YlRVMU5mMzN3NElIWG92OWo3ODdqb3FyMy80Ry9QclBCc0NnSUNpNHNqYVlVNnptNFpGbHFibGxxWlY2M3pPaW12N3lWK3EydVdXcHFMcWszczh3eXkyNTV0Vnl5M0pmTVZwZElFb2JWSlJGWkZSUlpoWUZaenVmM0I4d0VDb0lLbkFIZXo4ZURoek5uZlo5QkdONXp6dm04Rml4UWZQbmxsNWd5WlFvR0R4NE10ZnBXNytOdEhnb0xDN0Z6NTA1czNMZ1JoWVdGNEp4ZkEvQ3h4V0paZkxPYjB3bXhFL2NBUUxkdTNlU3VnOWdwclZhTGR1M2FJUzh2VHhNVUZPU1RtSmlZSVhkTmpZUkhSMGVmQUdCTmJxOTJQN3drU1lIcDZlbGQwOVBUUGE0ZnV2Nk9kbHJEL2ZCR283SFI3NGMvZS9ac2NXQmc0Q01PRGc3ckNnc0xuNXMrZlRyZEQxK0xXYk5tb2F5c3pIWS9QQUJIZ0s2dWFVM29KNEswS2tsSlNla0F4b21pR000NVg1NmFtanBvM3J4NTdNTVBQOFRreVpNeGJOZ3d0R3ZYVHU0eUcwUnFhaXIyN05tRGJkdTJvYXlzREtqNEpiOEZ3RHk5WHQvcVF6aEo4OEE1OTJhTXdkdmJ1OG4yS1VrU05tN2NpQjA3ZGlBbkp3Y2VIaDU0NzczM2NNODk5OEJvTk9LRER6N0F3WU1IWVRLWjhOQkREMkhPbkRsd2NYRzU1ZjNFeDhmand3OC9SRXBLQ254OGZEQi8vbndFQndjREFLS2lvdkRCQngvZy9Qbno2TkNoQStiTW1XTTdPN0YxNjFaODhjVVhLQzR1eGxOUFBZVi8vL3ZmdGU1RHI5ZmovZmZmUjFaV0ZucjE2b1ZGaXhiQnpjME5BT284bHB2TnQxN1N1WGJ0V3F4ZXZSb3BLU253OWZYRjIyKy9qWHZ1dWVlV1g0czc1ZTd1anJ5OFBGVGViOVpTRzdycldXSmlZcUlCUkZlZDJKTHVoNjlzR3Y4cENNSXhBR3MrKyt3enA2TkhqOUw5OEpWcXV4K2VNZmE3M0xVUlFraVRDUTBORlVSUjNDR0tvbGtVUmQ2N2QyOCtkKzVjZnVMRUNXNDBHbmx6VTF4Y3pBOGRPc1NuVHAzS1JWRzBmaFVKZ3JCR0VJUmJIdUhLdW8zR2VPMEpxUTlSRkEyaUtIS0R3ZEJrUDBjclY2N2tJMGVPNUxHeHNkeGtNdkh6NTgveml4Y3ZjczQ1Zit1dHQvaHp6ejNIczdPemVYNStQcDgyYlJwZnVIQWg1NXp6K1BoNExvb2lMeWtwcWZiNGV0WjVyN3p5Q3MvSnllR0ZoWVY4eG93WmZPellzYlpsZnY3NVo1NlVsTVRMeTh0dDlYRE9lVVpHQmhkRmtaODRjWUtYbEpUd3hNVEVHby9CdW8vWFgzK2RYNzE2bGVmazVQQUpFeWJ3T1hQbTJKYTUyYkhVOTFoZmYvMTFmdVhLRlY1WVdNaW5UNS9PSjB5WWNJZXYvdTJaUEhreUYwV1JDNExRWCs3L3M2UnhoSWFHQmdxQzhLY29pcnhYcjE1ODNicDFOZjU4dFJiWjJkbjh6VGZmdFA2L2x3UkIyQm9jSE93TzBIczNJYVNWQ2dvSzhna0xDMXNoQ0VLRzlSZGgvLzc5K2JKbHkzaGtaQ1F2TFMyViszZDNyZkx5OHZnUFAvekFaODJheFh2MzdtMXI1QVJCaUJWRjhmOTY5T2poV3ZjclVETjZVeUJ5czM3WVlqS1ptdVRucWFpb2lQZnExWXYvK2VlZk5mNnNoWWVIODdObno5cW1IVHQyakQvNDRJT2M4MXR2NkZKVFUyM1RJaU1qZVhoNE9MZFlMTFpwQm9PQm56cDFpcTlidDQ1Ylg0UHM3R3dlSGg3T2QrL2VmZFBqc083andvVUx0bW5mZi84OTc5ZXZYNzJPcGI3SG1wNmVicHQvL1BqeEc0NmhxVXljT05INnUrOUJ1Zi9Qa2thbERBc0xlMU1VeFJKUkZQbVFJVVA0M3IxN3VkbHNidkwvYzNJcExpN202OWF0NDMzNjlMRysxMmVGaFlVOVVmVkZvdmZ1MW9jdXVTUUVRT1U5RjdNQnpCRUU0VEVBRTRxS2lvWnUzNzY5M2ZidDI2RlNxZEN6WjAvMDY5Y1A5OTU3TDdwMzc5NG9vNG5WUjM1K1BzNmVQWXU0dURnY1BYb1VwMCtmdHMzam5LY3l4dlpKa3JReE5qYjJUMWtLSktSaGxRSndMUzB0YlpJOHFxeXNMRmdzRnZUbzBlT0dlZG5aMmVDY1k4S0VDVGZNTTVsdVBjKzY2ckR6enM3TzRKekRiRFpEbzlGZ3pabzEyTE5uRDBKQ1FtekIwcElrd2N2TEM0c1hMOGJxMWF2eDFWZGY0YzAzMzRRZ0NMWHVvME9IRHRVZWw1YVdRcEtrT28rbHZzZnE0ZkYzZkttcnEydTFZMmhLdWJrVlZ3VktrdFJhTHJkc3JlaCtlTG9mbnRTQUdqcENxclBvOWZvOUFQWUFVSVdHaGo2aVZDcEhtYzNtQi8vNDQ0OGVmL3p4QndNQWhVS0I3dDI3SXpnNEdOMjZkYk9OS09icDZkbGdOMnVYbFpVaEp5Y0hHUmtaU0UxTnhibHo1eEFYRjRlTWpHcC9yNWdBeEFENHpXS3hmSGM3bVQrRTJMa2NBSzVYcmx4cGtvYk8zZDBkQUpDZW5vN0F3TUJxODZ6MzErN2Z2NzlSNytuTHpNekVoZzBic0gzN2R1aDBPa1JHUnVMUW9VTzIrY09IRDhmZ3dZUHg0WWNmNHZYWFg4Zmh3NGRyM2RhMWE5ZHNzUVZwYVdudzh2S0NRcUdvODFpYTZsZ2JndEZvUkc1dUxqam5VbXhzTERWMHJRRGREMC8zdzVQcXFLRWpwSGJtdUxpNGZRRDJBVUJvYUdobnBWSTVsSFArZ0NSSllhZFBudzQ2YythTVE5VVZHR1BvMEtFRE9uZnVERTlQVDdpNXVjSE56UTJ1cnE3UWFEUlFxVlJRcVZTMlQ3SE5aalBLeTh0UldGaUlnb0lDRkJRVUlDY25CeGN2WGtSKy9nMnhjRUJGWUdzc1l5d0d3Skdpb3FLZmtwT1RpeHIvcFNCRUhwenpDNHl4YmhrWkdlamF0V3VqNzgvTHl3c1BQZlFRbGk1ZGlvVUxGNkpyMTY1SVRrNkdpNHNMT25mdURGRVVzWExsU3N5YU5RdWVucDQ0Zi80OENnb0swTHQzN3dhcndXeXVHUDM5MHFWTDhQVDB4Sll0VzJ6ekxsMjZoSnljSEFRRkJjSEh4d2RHb3hHY2N6Qlc4MkIySDMzMEVXYlBubzNjM0Z4ODhjVVhHRFZxbE8wNGIzWXNkYzIzSjlhckZCaGpwd0JZNUsyR05LWEtRV0dHaElhR0NrcWw4cTNMbHkrUFdybHlwZktERHo3QWtDRkRNR3JVS0FpQzBPek8ybDI3ZGcyLy8vNDd2djMyVzBSSDI4YThLZWFjL3cvQU1tcmt5UFdvb1NPa251TGk0cklBZkZuNUJRRHE0T0RnQUpWS0ZjWVlDK0djNnpqbkhYTnljanBsWjJkM1pJemQxalZIblBNU0FCZXJmSjFqak1XYVRLYTRoSVNFQ3dEb3VualNhbFIrZ0RFa0lTRUJBd1lNYUpKOUxsMjZGS3RYcjhhTEw3NklrcElTK1B2N1krblNwUUNBRlN0V1lQbnk1Umd6Wmd4TUpoTjBPaDFtenB6Wm9QdjM5L2ZIK1BIak1XdldMSFRvMEFIang0L0g4ZVBIQVFBV2l3V0xGaTFDVmxZV09uZnVqQ1ZMbHRUYXpBRkFjSEF3SG4vOGNSaU5SanoyMkdPWU1tV0tiVjVkeDlJVXg5b1FZbU5qclEvajVLeUR5Q2N1TGs0UFlIUlFVSkNQU3FWNjJXUXlUVHg0OEdDWGd3Y1B3dFhWRlk4ODhnZ0dEQmlBME5CUTJXNlhxRXQrZmo1T25qeUp3NGNQNDdmZmZyTjlzTU01ajJPTWJTZ3BLZm52MmJObmkyVXVrOWdweXFjZ3BKSG9kTHEyenM3T0hncUZ3aE9BdTFLcDFIRE9IWGpGc05HY01WWXVTVks1UXFFb3MxZ3NlV3ExT2hkQWJuUjBkR2tkbTI0eTFwdXFLY3VHeUVVUWhBbU1zYzMzM1hjZlB2NzRZN25MSVhib2xWZGV3WkVqUndEZ2haaVltTS9rcm9mWUJhWDFmbmdBUXhsajdRQzBtdnZoNmIyNzlhRXpkSVEwa3BTVWxFSUFoUUJTNUs2RmtPYktaRElkVTZ2Vi9QVHAwK3htbHhhUzFrbVNKSnc4ZVJLY2M2NVFLSDZTdXg1aU4raCtlTktxVUVOSENDSEViaVVtSm1hSW9oaGJXRmdvUkVaRzR2Nzc3NWU3SkdKSGpoOC9qdExTVWdDSWpvNk9QaTkzUGNRdTBmM3dwTVdqaG82MGRpdzBOUFJlcFZJWkJNQ1BjOTZkTWRhZGMrNEZ3TFh5eXhsQUNXT3NtSE5lekJpN0RPQXZ6dmxmQU5MTVpuTlNRa0pDRWdCSnZzTWdwT1dTSkdtdFFxRlkvOTEzMzFGRFI2clp2WHUzOWVFbU9lc2d6UWZkRDA5YUltcm9TS3NURkJSMGoxcXRIZzVnTUlDSEdHUE8xbm5XeTdscXVLekxCWUFMWTZ3amdPNEErbG1YVWF2VkVFV3hGTUJSeHRpUFpyUDVZRnhjM0NuUUwydENHb1RaYk42clZxdWxZOGVPS1F3R2c5ME9ha0NhMXJWcjEvRGJiNytCY3k2aFloaDNRbTZIS1NFaElRRkFRazB6Yi9kKytKaVlHTHU1SDU2MGZOVFFrVlloS0Npb3ExcXRuZ2hnRW1Pc2U5VjUvdjcrNk5HakI3eTl2ZUhyNndzL1B6OTRlSGpBeWNrSldxMFdXcTBXWldWbEtDMHRoY0ZnUUc1dUx0TFQwNUdlbm83czdHeWNQWHNXcWFtcFRwenpZWnp6WVVxbDhsMVJGSk1CZkcyeFdEYkh4Y1g5SmM5UkU5SXlKQ1ltNWdpQ3NNRnNOdjl6NWNxVmVPdXR0K1F1aWRpQmRldldRWklrQVBoS3I5ZGZrYnNlMGpMUi9mQ2tPYUM3eTBsTHhnUkJHTVFZbXdGZ3BIVmk1ODZkMGJkdlh6ejQ0SU1RUmRFV3Vuc25Ta3RMb2RmcmNlellNZnorKysvSXpNeTB6ZU9jSDJTTXJZNkppVG1NWm5aWkpvMlVSZXhGWUdDZ3I0T0R3M21GUXFIYXQyOGZ2THk4NUM2cFZna0pDWWlJaU1EUm8wZFJYRnlNRjE1NEFUdDI3SUJDb2FqM05uSnljbTVydmNaa1BhN0l5RWhvTkxkMUZWcURLU29xd3JCaHcxQmVYaTR4eG9KaVltSk8xNzBXSWEwRHZYZTNQblNHanJSRVRCVEZZUUJXQUFnQkFEYzNONHdZTVFJalJvekEzWGZmM2VBN2RISnl3Z01QUElBSEhuZ0FBSEQrL0huczI3Y1BlL2Z1Ulg1Ky9uQUF3d1ZCU0dLTXZSRVRFN01mZERrbUliY2tLU2twWFJURnBaSWtMVmk4ZURIV3JGblRMRWE4OVBMeXdxNWR1NXBzdlpxa3A2ZGo1c3laMkxadG0reU5XRVBnbkdQRmloVXdHbzBBOEFVMWM0U1ExczQrUHZZanBJR0VoWVdGQ1lKd0dNQkJBQ0VCQVFHWVAzOCtmdnp4Ujd6eXlpdU4wc3pWcEd2WHJwZzVjeVlPSHo2TXQ5OStHL2ZlZXk4WVk0RUE5Z3FDOElzZ0NEMmJwQkJDV3BDaW9xSlZBRW9qSXlQeDQ0OC95bDFPczFGWVdJajA5SFM1eTJndzBkSFIrUDc3NzhFNUw3ZFlMSFBscm9jUVF1UkdEUjFwRVFJREF6V0NJQ3hTS0JSNnh0Z2dQejgvTEZ1MkRGOS8vVFVlZi94eDJUN0paNHhoeElnUjJMUnBFOTU5OTEzb2REb3d4dm96eHY0VUJHRzV2Nysvb3l5RkVkSU1KU2NuRjNIT0ozRE8rY0tGQzVHWGx5ZGJMVWFqRWYvNXozOHdjT0JBOU92WEQzUG16TUcxYTlkdVdDNGhJUUhoNGVFb0xTMjFQZDY3ZHkrR0RoMktZY09HSVNvcUNsOS8vVFVHRGh5SUlVT0dXQU95YTF6dnhJa1RtRGh4SXU2Nzd6Nk1IVHUyV2hCeFZGUVVKazZjaUQ1OSttRGt5SkdJakl5MHpZdUlpQUFBOU8zYkYrSGg0ZlUraHFLaUlzeWFOUXYzMzM4L1Jvd1lnUk1uVGpUMHkzakx5c3JLcXQ1RCtWSjhmUHhsT2VzaGhCQjdRQTBkYWZaQ1FrS0NOQnBOREdQc0xhMVdpOW16WitPNzc3N0QwS0ZENVM2dG1vY2ZmaGpmZlBNTjVzNmRDeGNYRnpER1pyZHIxMDRmR2hvcXlGMGJJYzJGWHEvZnd4aGJYMVpXaGhrelpzQmlzY2hTeDVJbFMzRG16QmxzM2JvVisvYnRRMzUrUHQ1Nzc3MTZyWnVjbkl4ZHUzYmh2dnZ1dzl5NWM1R1dsb2I5Ky9kandJQUJXTFZxVmEzcjdkaXhBeDkrK0NGKytPRUhlSHQ3WS9IaXhiWjVKU1VsbURkdkhvNGVQWW9CQXdaZzJiSmx0bmtiTm13QUFFUkdSaUk2T3JyZXg3Qmd3UUlVRmhaaXo1NDkyTEJoUTdVbVVRNlNKR0gyN05tNGZQa3lBUHlnMSt2L0sydEJoQkJpSitnZU90S3NoWVdGUGF0UUtMNEV3SHIxNm9XbFM1ZkN3OE5EN3JKcXhSakQ2TkdqTVdEQUFNeWZQeCtSa1pFQlNxVXlPaXdzN0lYWTJOajFjdGRIU0hOUVZGUTB3OVhWOWRIVHAwOTNtVHQzTHQ1NTU1MG1IVGdrUHo4ZkJ3NGN3T2JObTIyRHMweWFOQWx2dnZrbUZpeFlVT2Y2NDhhTmc1T1RFeDU5OUZIczI3Y1BFUkVSY0hKeXdyQmh3N0JqeDQ1YW05U1hYMzRabnA2ZUFJRHg0OGRqeG93WmtDUUpDb1VDQXdjT1JGbFpHYzZmUHc4WEZ4ZGtaV1hCYkRaRHBhcjViYjZ1WThqTHk4T1JJMGV3YWRNbTJ6Nm5USm1DbDE5KytaWmZyNGJBT2NlYU5XdHc3Tmd4QUxoU1VsSXlScFpDaUwyZ0RGbENxcUNHampSWEtrRVFGalBHM2xDcFZKZ3hZd2FlZnZwcHVXdXF0M2J0MnVHamp6N0NOOTk4ZzFXclZqR1R5ZlNaSUFnQkNvWGlqZWpvYUpQYzlSRml6NUtUazh0RFFrSWVVcWxVK3NPSEQ3ZDFjbkxDdkhuem1xeXB5ODdPQnVjY0V5Wk11R0dleVZUM2o2K2JteHNBMkViWXRUWk1EZzRPQUZCclExZjF3eXBYVjFkd3ptRTJtNkhSYUxCbXpScnMyYk1ISVNFaHR1MVVEdWwvVzhlUWs1TURBUEQxOWJWTmQzRnhxZlBZR2dQbkhCczNic1RHalJ2Qk9iOW1OcHNmT252MmJMRXN4UkRaVUlZc0liV2pobzQwTzRHQmdSb0hCNGROQU1hNnVycGl4WW9WNk5Pbmo5eGwzWmF4WThkQ3A5Tmg5dXpaS0Nnb2VKVnpydlAzOTUrUW1wcGFKbmR0aE5peitQajRDNElnOUdlTS9iNTc5MjZudG0zYllzYU1HVTF5djJ5N2R1MEFBUHYzNzRlM3QzZWo3Njh1bVptWjJMQmhBN1p2M3c2ZFRvZkl5RWdjT25Ub3B1dlVkUXpXNXUzeTVjdTJ4OVltcnlsSmtvUzFhOWZpeXkrL0JBQ0R4V0o1TkNFaDRVeVRGMEprUVJteWhOUVBOWFNrV1FrUEQxZExrdlFsZ0xHZE8zZkdaNTk5WmhkL1VOMkpuajE3WXN1V0xaZzJiUnJTMHRLZWNIZDMzK1RzN1B4MFVsS1NVZTdhQ0xGbmVyMCtUaENFNFFBT2I5eTRVVk5RVUlCNTgrWkJxVlEyNm42OXZMd2dpaUpXcmx5SldiTm13ZFBURStmUG4wZEJRUUY2OSs3ZHFQdXVpZGxzQmdCY3VuUUpucDZlMkxKbFM3WDViZHEwQVFERXhzWWlJQ0FBYmRxMHFmTVlmSHg4b05QcHNHYk5Hcno5OXRzb0xpN0d4bzBibS95NDNuNzdiUnc0Y0FDb2FPWWVpNCtQUDlxa1JSQTVORmlHckpPVGsyMDVIeDhmQ0VMMVc5WnJ5SkR0Qm1DQlVxbGNJQWhDczgyUUphMFBEWXBDbWhPVnhXTDVsREUyc1dQSGp2anFxNithZlRObjFhRkRCL3p2Zi8rRHI2OHZHR05qTkJyTmwrSGg0V3E1NnlMRTN1bjEraU9Nc2NjQkdQYnMyWVBwMDZlanZMeTgwZmU3WXNVS0tCUUtqQmt6Qmc4ODhBQVdMbHdJenVXNVVzdmYzeC9qeDQvSHJGbXpNSG55Wk54Ly8vM1Y1dnY1K1dIMDZOR1lPWE1tbm5ycUtkdjB1bzVoK2ZMbHlNM054WkFoUXpCNzlteU1IajI2eVk2cHFLZ0kwNmRQdHpaemhXYXplV0JjWE53dlRWWUFrUU1UUmZFUlVSUmpHV09IQVl4MGMzUERwRW1Uc0hYclZ1elpzd2R2dnZrbSt2WHJWNjltcmo2c0diS3paOC9HN3QyNzhjMDMzMkR5NU1sd2QzY0hZMnc0Z084RlFZZ1hSWEVFQVBzUHZpU3RGdjNuSk0xRzVUMXo4OXEzYjQvTm16ZmJMaGxxU2ZMejh6RjU4bVJjdkhnUm5QUDM5SHI5ditXc1J4UkZEZ0F4TVRIMHU0TFl0ZERRVUVHaFVQek1HSFByMXEwYlB2dnNNN1J0MjFidXNzZ3Q0cHdqS1NrSkw3MzBralZDSVUyU3BBR3hzYkdwTXBkR0dsRllXRmdZWTJ3bFkyd1FBQVFFQkdEczJMRVlOV3FVTExGRG5IUHMzNzhmMjdadHc2bFRwNnpUZmdQd2I3MWVmN0xKQzdwRjlON2QrdEEzbWpRTGdpQ01ZWXh0ZDNWMXhiWnQyMnlqc3JWRVY2NWN3Zmp4NDFGUVVBRE8rV1M5WHI5SnJscm9UWUUwSjRJZ2RHS01uUVRRMGRuWkdldldyY085OTk0cmQxbWtuc3JLeXZENTU1L2p5eSsvQk9kY1lveHRqb21KaVFBZ1R6WUZhWFNCZ1lFYWpVWXpqekgyRmxCeE5ubmF0R2wyRlR2MDg4OC80NU5QUGtGS1Nnb0FnSE8rSWo4L2Y2RTkzK3RPNzkydEQzMmppZDBMRHc4UDRKekhLNVZLOWFwVnE5Q3ZYeis1UzJwMEowNmN3SXdaTTJBMm0wMmM4MTU2dlQ1T2pqcm9UWUUwTjRHQmdTNGFqV1l2WTJ3QUFEejMzSE40NFlVWG9GYlRGY3oyeW1LeElESXlFdlBuejBkaFlTRUFYQVV3S1NZbTVudVpTeU9OS0NRa0pFaXBWRzVsakFWcXRWck1tREVELy9qSFAyUTVJMWNYempsMjd0eUoxYXRYVzg4Y243RllMQlBqNHVMMGN0ZFdFM3J2Ym4zb0hqcGkxL3o5L1IwbFNkb05RRDE1OHVSVzBjd0JRSjgrZlRCbHloUUFVRFBHZG9TSGh6Zk1EUU9FdEhCSlNVblg5SHI5UU03NW01eHo0NWRmZm9sbm4zM1dObkFJc1IrY2N5UW5KK1BwcDUvR3pKa3pVVmhZYU9hYzc1WWtxUnMxY3kxYldGallzeXFWS3A0eEZ0aXJWeS9zM3IwYlk4ZU90Y3RtRHZnN1EzYm56cDNvMjdjdkFGZ3paS2ZLWFJzaEFEVjB4TTY1dTd1L3hCanJIaFlXSmx1Z3JWeW1UcDFxaldQUVNaTDBtdHoxRU5LY2NNNS9BbEFJQU9mUG4wZGVYcDdNRlJFcmk4V0MwNmRQNDZXWFhzSzRjZU53N3R3NWNNNlRBSVRyOWZvblltTmpDK1N1a1RRYWxTQUl5eFFLeFFhVlNzVmVmZlZWckZ1M3JsckdvajJ6WnNqT25qMGJhcldhS1JTS3p3UkJlSThHTVNOeXM4K1BRZ2dCRUJ3Y3JGT3BWT2UwV3ExaSsvYnQ2TlNwazl3bE5ibnM3R3lNR1RNR0JvUEJZaktaZ3BvNmY0a3UyeUROVFZoWW1CdGpiQmxqYkJwUU1kVDVva1dMRUJZV0puZHByVjU1ZVRtaW82T3hiTmt5WEx4NEVRREFPVS9sbkMrTWpZMzluOHpsa1ViV2tqSmtBZURreVpQV0RGa0EySldYbDJjM0diTDAzdDM2MEJrNllxK1lTcVZheHhoVGpCMDd0bFUyY3dEZzdlMk55Wk1uQTRCU3BWS3RBMzBJUTBodGxLSW9qbFFvRkJjWlk5TWNIQnp3ekRQUFlQZnUzVGMwYzZXbHBVaEtTc0xDaFFzeGZQaHcvUG5ubjhqTnpaVXRkcUFsa3lRSkZ5NWN3Q2VmZklLSEgzNFkwNmRQUjFaV0ZnZVFDR0MwWHErL2k1cTVsaTg4UEZ5dDBXaHNHYkpidDI1dDFzMGM4SGVHckorZkh3QTg0ZTd1dmlrd01GQWpkMTJrZGFJL0RvbGRFa1V4SE1CSmIyOXY3TjI3RndwRjYvM3NRWklrakI0OUdoa1pHYkJZTEEvR3hjVWRhNnA5MDZkOHBEbW9IRGhwQTRBK2xjK3hkT2xTdEcvZkhrREZ2VnFYTDE5R1ltSWlkdTNhaGQ5Ly83M0c3WFRwMGdWUFB2a2tldmZ1amJ2dXVndGFyYmFwRHFGRmtTUUo2ZW5wT0hMa0NEWnUzSWo4L0h3QUFPZjhHbVBzdU1sa21wV1FrSkFnYzVtazZhakN3c0krVXlnVXozWHMyQkdiTjIrMmhkMjNCTVhGeFpnOGVUTFMwOVBCT2Qrc1VDZ2lvcU9qVFhMV1JPL2RyWTlLN2dJSXFRbm5mQWxqREJNbVRHalZ6UndBS0JRS1RKbzBDY3VXTFlOU3FYd2J3Q0M1YXlMRUhvU0VoRGdybGNyWE9PZHZBNEM3dXp0ZWVlVVZQUGJZWTdCWUxMaHc0UUppWW1Ld2ZmdDJuRHQzcnVxcUpnQ0praVRGTXNhVUFQd0FoR1JtWnJxdldiTUdRTVhQWGMrZVBURjA2RkRjZSsrOThQUHpnNk9qWTFNZllyT1JuNStQNU9Say9QTExMemg0OENDS2lvcXNzeXljODFnQUcvUHo4eit6bDB2U1NOTVJCR0VCWSt5NTl1M2JZK1BHalMycW1RTUFWMWRYZlBIRkY5WU0yWW1TSkYwQ0lHdUdMR2w5cUhNbmRpYzRPRGhZclZiSGUzcDY0dURCZzYyK29RTXFQdkVlT1hJa3NyT3pZYkZZK3NURnhVVTF4WDdwVXo1aXJ3UkI2QS9nSzhaWUY1VktoVWNlZVFTelpzMUNXbG9hamgwN2hoMDdkaUEzTjdmcUtrV2NjejNuL0J1VHliUXhLU25wMm5XYlpHRmhZZjBCUE04WTY4MFk2d3BBYVoycFVDalFxMWN2OU8vZkh3RUJBZWpjdVRNOFBEenNkbFMreG1ROTQ1bVZsWVdFaEFUOCtPT1B0dkRseXZrbXh0aHBTWkorTXB2Tkt4SVRFM05rTEpmSWlESms1VUh2M2EwUG5hRWpka2V0VnI4S0FLTkhqNlptcnBKQ29jQzRjZU93ZXZWcUtKWEtWd0JNa0x1bTI2SFZhcnZvZExwZmtwS1NDMDQyL0FBQUlBQkpSRUZVZWdDUTVLNkhORCtDSUxRSHNKSXhOaGtBUER3OE1HSENCS1NucDJQSWtDRXdHbzFWRjcvRU9ZL2luSDhaR3h1N0I4RE5icExqc2JHeHZ3TDRGUUE2ZGVyazFMRmp4eWM0NTA4QkNKUWtxZHVKRXllVUowNmNzSzNnNXVhRysrKy9IL2ZmZnorNmRPbUNEaDA2b0gzNzlpM3E5NWJKWkVKdWJpNXljM09SbHBhR3lNaElIRHQyekpyRlZWVTJnSGdBV3kwV3l6Zng4ZkVsVFY4dHNTZVZsMEp2VmlxVldMSmtTWXR1NWdDZ2ZmdjJlT2VkZDZ3WnN2OFZCQ0Zlcmd4WjB2cFE1MDdzU2tCQWdJZVRrMU8yZzRPRDZ1ZWZmNlpMbktvb0t5dkQ0TUdEWVRBWUxHYXp1Vk44ZlB6bHh0NW5jL3VVejhIQjRlNXUzYnJ0VDBwS0NnRkFsM2ExTEtxd3NMQ3hDb1ZpUFlBYWN4azU1eEtBWk1iWWNVbVNQb21OamYyem9YYmVxVk1uSnk4dnI4Y0JER2VNM2NNNTF6SEcybDIvbkZLcFJGQlFFQVJCUUZCUUVEdzhQT0R1N2c1M2QzZTR1TGcwVkRrTnFyeThIRVZGUlNnc0xFUmhZU0d5c3JLUW1KaUkrUGg0SkNjbjF6UllqQVZBR3VmOFBPZjhGMG1TOXNiSHh5ZktVRHF4VS83Ky9vN3U3dTV4akxIdXp6MzNYS3VLSFZxL2ZqM1dyVnNIQUNtTXNlRG82T2pTcHE2aHViMTNrenRIWitpSVhYRjBkQndHUUJVWUdFak4zSFVjSFIwUkhoNk9ZOGVPS1ZVcTFSTUFQcE83Sm51alVDZzhIQndjN3BhN0R0S3dnb09EQTlScTlYb0EvYTZmeHprdlo0d2xjczRQR28zRzlVbEpTZW1OVWNQRml4ZExMMTY4dUFYQUZ1dTBvS0NncmhxTlpqZ3E3bXYxNFp4M3NWZ3NIZUxpNGxoYzNJMGZ6THU0dUtCNzkrN1E2WFRvMUtrVE9uZnVqRFp0MnNERnhRV3VycTV3ZEhTRWc0TURIQjBkb1ZhcmIrdHlUczQ1VENZVGpFWWpTa3RMWVRBWVlEQVliSStMaW9wdzVjb1ZwS2VuNDhLRkMwaExTN01OV2xLTFVzNTVGb0NMblBPekFBNXF0ZHBEa1pHUmhsc3VqclFhclQxRFZxL1g0OFNKRTlZTTJjVnkxMFJhUHVyY2lWMFJCT0VZWSt5QnhZc1g0OUZISDVXN0hMdno0NDgvWXZiczJlQ2NSK24xK2tZZjg3aytuL0pwdGRyNzdybm5uc2kwdExUbk9uWHF0QXdBVDBsSmVjYkZ4U1hFeTh0ckh1ZmNsSm1aT1RVL1AzK3ZkZG1ZbUJoWEFOY0FlT3AwdXZXdXJxNlBtTTNtN056YzNQV2RPM2RlR2hNVG85VnF0V0gzM0hOUFpHcHE2ais3ZE9ueWJsNWUzbGVabVpuLzUrenNQTWpYMTNlbG82TmpvTkZvek1ySXlKaFdWRlIwcUdxOVZsWHFkdlR4OFhuWDNkMTlva0toY0NncUt0cWJrcEl5RFpYQjA4UitDWUt3aGpGVzdTOUN6bmtlWSt3NDUvemJuSnljYnk5ZXZOamtuNERYcGxPblRrNGRPblRvelJqcnd4Z0xCdEFSUUtmS2Y5dldkenNLaFFKdDI3WkZtelp0b0ZhcmIvamluRmRyMXF3TlcxblpiWjJZTHVLY1h3WndtVEdXd3psUFlZejlhVGFibytMajR5L2N6Z1pKNjBVWnNwUWhTNW9lbmFFamRpTTBOTFF6WSt3QloyZG5EQnMyVE81eTdOTEFnUVBScGswYkZCVVY5UllFd1UrdjE2ZkpYWk9WbzZOalVFSkN3dDMrL3Y0ZmQrM2FkWE5CUWNITytQaDRQMTlmMy9jNmRlcTBLajgvZisvMTYzVHQybldEUXFGd2pvdUwwems1T1RFZkg1OXZyMSttVFpzMmcrUGo0M1dvL0FCS3JWYTNTVXRMbTFwYVdwcm80K096ek5mWDk1UEV4RVFkQUp3K2ZicHZaY09vUlpWTEx2MzgvRDV6Y0hEUW5UdDNMdFJnTUpUZGZmZmRXLzM4L041UFMwdjdaK085SXFRaE1NYXM5NHRlNVp6dmx5VHA2N2k0dU1PNCtmMXdzcWs4ay9jckt1L0ZxeW80T05oZG85RUVXaXlXcm93eFh3RCtBRHdZWXg2YzgzYU1NUmNBemdDY0pVbHl6TS9Qcit2czJRMDQ1eEpqckF5QWdYTmVCS0NJTVZZRW9MRHllUzduUEpzeGRzRnNOcDh6R0F6bmtwT1RpMjYrVlVMcWpUSms4WGVHN0tlZmZtck5rQjBJTy8yZFJWb0dhdWlJM1ZBcWxiMEJRS2ZUUWFsVTFyVjRxNlJVS2hFUUVJQ29xQ2dBZUFpQWJLTm9YZS9xMWFzZkFiaDI1Y3FWVGUzYXRadDgrZkxsNVFDdTVlWGxiZlgwOVB4L3VQSDNUZnUyYmRzK2R1Yk1tZDRBTHBXV2x1TFNwVXVMdW5YcmRyRHFRcGN2WDE0SndQWUhaMEZCd1U0QVRrNU9Ub0VXaTZWUW85SGNCVUNOaXFIb2E5TGV3OE5qMHRtelp3V0R3WkFKQURrNU9hdnV1dXV1TGRUUTJUK2owU2dBY0U5TVRJeVh1NVk3bFpDUWtBL2dXT1hYVFlXSGg2dkx5OHZiT1RnNHVIUE9OWklrT1FCUWM4NGRBR2dBY01iWU5iUFpmRTJoVUJTWGxwWmVLeXNydTVhWm1VbVhRaExaaUtJb0Foamk3ZTJONmRPbnkxMk9yS1pNbVlJREJ3NGdJeU9qZjJobzZBTk5tU0ZMV2g5cTZJamQ0SndQWTR3aEpDUkU3bExzV21ob3FMV2hHd0k3YXVqS3lzcHlBVUNTcEd1Vno3TUJ3R0t4V1AvQXJQYjd4c25KeVJjQVNrdEwvN0pPTTVsTUJkZHZ0N1MwOUh6VjU1MDZkVnJtNmVuNXo1S1Nra2pPdVhYYlN0VFMwRlh1aC9YbzBTTzJodGthQU1ZYXBoTTdrWmlZbUFFZ1ErNDZtbHBsTUhGTzVSY2h6UUpseVA2Tk1tUkpVMnJkUDIzRTNnd0ZnS0ZEaDhwZGgxM3IzNzgvQUlBeDFsL21VdTZJeFdJcEJBQ05SdFBaT2syajBYU3BZVkZidklHRGcwTlhiMi92Tjg2Y09UUHcvUG56VCtUbTVtNm9heitWOXdiaDlPblRmakV4TWF6cUY2aVpJNFNRQmhFY0hCek1HSHZFMDlNVEV5ZE9sTHNjdXpCNjlHaDRlM3NEd01PaG9hRzk1YTduZG1tMTJpNkJnWUhuUUgyRDNhSnZETEVMZ2lDMFo0emQ1ZXJxaXNEQVFMbkxzV3NCQVFGbzI3WXRBUGdHQmdaNnkxM1A3U292TDA4MkdBeUpYYnAwV1E2Z25hT2pvNjVqeDQ2djMyd2R6cmthQUJ3ZEhmMEF1TGR2MzM1RzFmbVNKT1VEZ0xPejh3TUEyZ0dBd1dESXVIYnQycEdPSFR0K29OVnFmUUNvbkoyZFE1MmRuZW5UVWtKYUlGRVVYdzRPRHRiSlhVZHJReG15TjdKbXlBS3dac2cyU3dhRElUTXBLZWx1TkZKK3JJT0R3OTJCZ1lGL0FhRGh6VzhUL2NRUnUyQ3hXSFFBNE9QamMxdERkYmNtakRIb2RCVi9xMmcwbWg0eWwzTkh6cDgvUDFhdFZuc0pnbkRKMzk5L1cyNXU3dnJLV1RWZVBtazBHczljdm56NVE1MU85MTFnWUdDVWRYUkxxL0x5OHJPNXVibWZkZXZXYlY5SVNNaHA2L1MvL3ZwckxBQ3BSNDhlcHdSQktQSHg4ZmtTTk1vdklTM1ZHclZhZlY0VXhSaEJFRjRMRGc0T2tMdWdsaTRnSU1BRHdDUUhCd2M4Kyt5emNwZGpWOGFPSFF1dFZnc0Evd2dKQ2VrZ2R6MzJpQ0tIN2h6ZFEwZnNna3FsOGdmUWFrZkV1bFcrdnI3UTYvWGduSGNIOEp1Y3RSZ01oaitxRG8xOHMrZlh6ek1hamFmUG5qMXJpMS93OFBDSU1CcU5HUUFzMXk5cmxabVpPVE16TTNPbTlmbVZLMWMrckRvL1BUMzloZlQwOUJldVd5MG5KU1ZsekowY0p5R2syUkVZWTRKYXJWNHBDTUlwenZsWEZvdGxYMEpDUW9MY2hiVTBsQ0ZiTzN2TmtMV255S0Y3N3JrbkVnQkVVVFFBRkRsME8rZ01IYkVYWFlHS1JvWFV6Y2ZIQndEQUdHdldseFc1dWJtTmRuUjAxQUZRYWJYYVB0N2UzZ3Z5OHZLK2tMc3VRa2pMd2hpN1Y2RlF2S05XcStORlVVd1dSWEdoS0lyaG9EUDFEWUl4OWlJQVBQbmtrM0tYWXBkR2pod0pBT0NjUHk5ektUZXdSZzRWRnhjZjd0cTE2MllIQjRjZThmSHhmb1dGaGJzN2RlcTBxcVoxdW5idHVrR3BWTHJGeGNYcExseTQ4SUNibTl1STY1ZXhSZzVsWm1ZdUFQNk9ITkxyOVcyS2lvcDIrZnI2Zm1KZDl2VHAwMzBCSUNZbVJsdjFnMXcvUDcvUHRGcXRjTzdjdWREWTJGaC9wVkxaM3MvUDcvMkdmeFdhUHpwRFIrd0M1N3c3WTh6V3FKQ2I2OXk1WWh5UjV0N1FPVGc0OVBEeDhWbWpVcW5hbTB5bVMzbDVlZis3ZVBIaUVybnJrcHNvaWhJQXpqa0hZOHlhWFdUN2wzTmU3VG1BR3BlcnVqQXFocm12bW9QRWI3YnN6YlpadFlicnQxbWx0bXJUcjkvVzlmdTYyVDVyMm1ibGNqZDliVzVXZjlXRnIxdnUrdGUzMnI1djl6aHFXcTQrMzdPcTI2cHRYOWN0WjZ1N2N2bGIvbjlTMDJ0eTNUWnZtRjdUOTZPMmJVcVNWR3N0TmYwZnJlLy85eHErYjdYcENtQUJnQVdpS0daVW5ybmJFeDhmSDRWR3VrZW9KYU1NMmJyWmM0WXNSUTYxRE5UUUVYdmhEL3pkcURTVWhJUUVSRVJFSURJeUVocU5wa0czTFNjdkx5OEFBT2U4V1hmQU9UazV5M0p5Y3BiSlhZZWRZVlVhRFlhL3p5RFlQclc4bGZ0TW0zclorbTZqSlJ6RHJTemIxSFUxMUQ0Ylk1dTNPbUJHWTlSbXhUblhBT2lrVXFuYWdzN1czUmJLa0syYlBXZklVdVJReTBBTkhiRUxqREV2QUhCM2Q2L1g4dW5wNlpnNWN5YTJiZHRtdDQxYVk5Ym81dVptZmVqWm9Cc205b0RyOWZxYi9WVlV0Y0d6UFI0d1lBQ0tpNHNaQUpTVmxURUFLQzh2WndCZ05wdVoyV3kyL2JIcTVlWEZBTUJrTWpHTHhXSmJCZ0NzenlWSllnRFFwazBiMjNUcnRPdVhreVNKdWJxNlZwdW0wV2l5NytSRklJMW1GT2VjQVlEMVgxUjhpR0Q3M2lxVnlxcnpxeTFiZFIybFVubkROcTZiZHYyMnEyMURvVkRVTlAzNi9Wam5zOHBHOElZNnJuK3VVQ2crdXRrTHdEblBaSXdkNXB5bjZ2WDZ4YWpmV1QxU0M4cVFyUjk3elpDOVZWVWpoNHhHby9WeHZTS0hFaE1UQTQxRzQ2azJiZG9NYzNOekczK3ovVlNOSERJWURPa05lQWd0RWpWMHhGNjBCK3JmMEJVV0ZpSTkzYjUvdmh1enhzcllBb0FhdXRibytrdk5BQUMvL3ZwcnZUZVFtWm5aZ09YVVRCUkZBRUIwZEhTajc0dlVMVHc4SEFBUUV4T3pWK1pTR3Awb2lqYzBkSnp6QzR5eEE1SWtiWTZOamYxZGpycGFNTXFRcllmKy9mdGovZnIxelQ1RHRtcmtVRXBLU29Tam82UGJyVVFPR1kzR1N6ZUxIQ29wS2RFRHlLc2FPWFRwMHFXWkJvUGhrck96Y3lBQXo1S1NrcDhhNi9pYUt4b1VoZGdMTFlCNmo0NFZFUkVCQU9qYnQ2L3REeFVBS0NvcXdxeFpzM0QvL2ZkanhJZ1JPSEhpUkxYMVRDWVQxcTVkaXhFalJxQlBuejU0OU5GSHNYNzlla2hTeFFkSkNRa0pDQThQeDk2OWV6RjA2RkFNR3pZTVVWRlIrUHJycnpGdzRFQU1HVElFUjQ0Y3NXMHZLaW9LRXlkT1JKOCtmVEJ5NUVoRVJrYldXV05kTmRTSGc0T0Q3V0c5VnlLRWtOYmxMT2Q4RllDZWVyMWVGeE1UOHpJMWN3MkxNbVRycjZWa3lBSVVPV1NQNkF3ZHNSY09BT3A5YWVLR0RSdHF2RGR1d1lJRktDa3B3WjQ5ZXdBQXMyZlBycmJlMHFWTGNlclVLYXhhdFFvNm5RNm5UcDNDRzIrOEFiUFpqSC85NjErMjVaS1RrN0ZyMXk2c1dMRUNjK2ZPeGNDQkE3Ri8vMzY4Ly83N1dMVnFGUjU2NkNFQVFFbEpDZWJObTRkdTNicGh6Wm8xV0xac21XM2Z0ZFZZM3hwdXhybzl4cGhHRk1WVnFMd2t5WHJKVXVXOVY0b3FsekF4eGhqam5DdXFQRmZVdFh5OWlpR0VFRHZDT1Y4bVNkTFhjWEZ4U1hMWDB0SlpMQmFkU3FXaURObDZzR2JJNnZWNmE0YXNySmVsVStSUXkwSU5IV2t4OHZMeWNPVElFV3phdEFtZW5oVlhJazZaTWdVdnYvd3lBS0Nnb0FENzl1M0RmLy83WDNUdjNoMEFFQklTZ21uVHBtSE5talhWbXFseDQ4YkJ5Y2tKano3NktQYnQyNGVJaUFnNE9UbGgyTEJoMkxGakJ5d1dDNVJLSlFZT0hJaXlzaktjUDM4ZUxpNHV5TXJLZ3Rsc2hrcFY4NC9XcmRSUVR3ekFLN1luMTcyaDN1bHpBUGg3b0RwQ0NMRi9lcjEranR3MXRCYVVJWHRyN0NsRDlrNjR1Ym1OTGlzcml5MHJLMHZYYXJYaEZEa2tQMnJvaUwwb0IrQmtOQnFoMVdwdmF3TTVPVGtBcW1mWnViaTQyQjVmdW5RSm5IUG9kTlZIK3ZmMTlVVmVYbDYxU3g2dGc0NDRPVGtCZ0sxQnRGN3FhRzNvMXF4Wmd6MTc5aUFrSk1RMjcyYVhUdGFuaHZxTUFHY3kyYTVxTUFLWVd6a011SFhJYjg0WTQ1SWtTVldmQStDU0pISEdtRlRiTW93eHFlcTJPT2RiYi9hcHF6VnNORGs1K2RFdVhicTg1K0Rnb0NzdUx2NDVPVGw1TW9CYzYvenJBMFlCYURwMjdEamZ3OE5qa2xxdDdtUXltYkp6YzNNL3o4N09YZ3JBVXJsNWhiZTM5eXdQRDQvL3A5Rm9mTXhtYzg3NTgrZWZLQzB0alVZZFlhUHQyN2VmNGUzdC9hWkNvWEM3ZXZYcXA1WDdySFU2SVlTUTIwSVpzcmVncFdUSVV1U1EvYUdHanRnRnpua1pZOHlwckt6c3RoczZhL04yK2ZKbDIyTnJrd2NBN2R1M0J3Q2twYVVoS0NqSU5qMHpNeE5lWGw2M1BKUjJabVltTm16WWdPM2J0ME9uMHlFeU1oS0hEaDI2NlRvTlZVTjVlVG1BaXRkTnI5YzNXc2ltS0lwYjY3T2NwNmZuUDArZE9qVlFxOVdxL1B6ODl2cjcrMytZbXBvNjBUcmZHakNLeW12ZmZYMTlQM1YyZHU1NTRjS0Z4MHRLU2s1cHRkcWVYYnQyM2FaUUtGUVhMMTZjRHdBK1BqN3Z0V25UWmxSNmV2cms0dUxpS0kxR2M3ZENvU2dCS3NKR0hSd2NkT2ZPblFzMUdBeGxkOTk5OTFZL1A3LzMwOUxTL3VuZzRORFZ4OGRuOWRtelp3ZVhsSlJFT1RrNUJRQVZvMnpWTkowUVFzanRvUXpaVzlOU01tUXBjc2orMEtBb3hDNHd4cTRBRlpjazFrZWJObTBBQUxHeHNTZ3Fxc2l0OVBIeGdVNm53NW8xYTFCVVZJU3NyQ3hzM0xqUnRvNm5weWNHRFJxRXBVdVg0dHk1YzdCWUxFaE1UTVM2ZGVzd2VmTGtXNjdaYkRZRHFEanJWbFJVaEMxYnR0UlpZMFBWVUZoWUNBQmdqT1hkY3VHTklETXo4eTBBT1FhRElldnk1Y3NyM056Y1JsYWRYeVZndEJDQXA2ZW41N09abVpuVFNrcEs0Z0NZREFaRDVNV0xGeGQ0ZW5wYXI1OTM4L1QwZkRrdExXMUtjWEh4Y1FBbW85RjRxcXlzTEEyVllhTlpXVmt2VllhTjV1Yms1S3h5YzNON0NnQVVDb1VSQUhkd2NQQUZVRnhhV3ZybnphWVRRZ2k1YmY1QTQyVElob2VIdzJoc1dWRmpMU1ZEbHRnZmF1aUlYZUNjNXdCQWZuNSt2WmIzOC9QRDZOR2pNWFBtVER6MTFGTzI2Y3VYTDBkdWJpNkdEQm1DMmJOblkvVG8wZFhXVzdSb0VjTER3L0hTU3kraGI5KyttRDkvUGlJaUlqQisvRTNqVUdyazcrK1A4ZVBIWTlhc1daZzhlVEx1di8vK2V0WFlFRFZVYVh5djNITGhqY0JvTk5yR3dUZVpUQmNWQ29VTEtnSkRBVlFQR0hWeWN2SUR3SXFMaTZzTldHQXltYzZwVktvT0FCUk9UazQ2eHBqcTJyVnIrdXYzVlRWc1ZCUkZMb29pNzlhdDIzNmxVdGtHZ01aZ01HUmN1SERobWM2ZE95KzU1NTU3RWx4ZFhSOEVnTnFtRTBJSXVUMjNreUg3NUpOUDJuV2oxcGcxVW9Zc0lhUkZFMFZ4a3lpS2ZPL2V2WnpVN1ljZmZ1Q2lLSEpCRUxZMzh2ZUZpNkpZNjZnb1dxMzJQbEVVdVZhcnRYMDg2K25wT1NVNE9EaXo2bndBTGxWVzYxaTVUcCtxMi9MdzhIZzJPRGc0bzNLOUxxSW9jaWNucDE0MTdOT25jdjI2YnRyUStQajR2QjhjSEh6OVNHSzFUU2NOeVBwL2g5aUh1bjZXQ2JrZG9pam1pcUxJOC9MeTZ2WC9NRDQrbm91aXlNdkx5eHRrdWNiUW1Qdk96OCszdm5jMzZ0VTE5UFBlK3RBOWRNUXVjTTcvWW96WmZWaTR2Ymg0OFNJQWdER1dJbk1wQUlBT0hUb3NTMHRMZTluQndhR2psNWZYbTdtNXVSdHVzdmlsZ29LQzcvejgvRDdOeU1pWVhIa1BYWGpIamgzZnpzN09maGNBREFaRFprRkJ3VjVmWDk5UE16SXluaXNwS1VseWRuWU9zbGdzUlFhREllVm1ZYU9Pam81K2FyWGFwN2k0K0VSWldWbXlRcUZ3Qk1BY0hSMTlhNXFPNndLNkNTR0UxTnR0WjhnQ1FIUjBOSUNLRE5uRml4ZmorUEhqYU5ldUhaNTQ0b2xxNjVsTUpxeGZ2eDRIRGh6QWxTdFg0T0hoZ1NlZmZCTFBQLzg4RkFvRkVoSVNFQkVSZ1lVTEYyTE5talZnakdIeDRzVTRkKzRjUHYvOGM2aFVLcnoxMWx1MnlLR29xQ2g4OE1FSE9ILytQRHAwNklBNWMrYllhcXF0eHJwcXFJK3FHYktpS0s3Z25GdFFrZDFtL1RKenpzMEtoY0pzZmN3WXMxZ2ZBekJMa21SUktwVm16cmxaa2lRTDU5eGM5YmxLcFRMWHF4alNvbEJEUit4Rk1nQnE2T3FweXV0a0Z3MmR3V0NJREFrSk9jY1ljOHpMeS92NjBxVkxpMjYyZkVwS3l1UXVYYnE4bzlQcERxbFVLaytqMFpoeStmTGxGVmV1WFBta3lqSlArL2o0ck9qYXRldGhwVkxaeG1Bd25FbEpTWmtJVklTTjZuUzZqM3YwNkhHS01hWXhHQXhKR1JrWnJ3TUE1MXpsNit2N3VVYWowUm1OeGdzcEtTbVRLaWJYUEwweFh4ZENDR25oS0VQMk5qTmtBYnhlMHlqU1ZhZlY5RmlwVk5xZVd4OWJuOS9xNEc2azVhQ0dqdGlMVktCaWdCRlN0NHlNREFDQTJXdytKM01wQUlETGx5OXZ1bno1OGlmWFQ2OHRZQlJBYVdabTV2L1ZFUnRRbkpHUjhXSkdSc2FMTmN5ck5XeTB2THo4ZkZKUzBnMGpXTlkyblJCQ2lIeGFhNGFzSkVtekFLZ1pZMm9BYWxUOFRhNW1qS2tBcURqbktnQkt4cGhLa2lRVlkweFowN3pLNTBvQXFpclB3eWx5cUhXaGhvN1lCWlBKbEtMUmFKQ1JrUUhPZVkwQjE2UUM1eHdwS1JVbjVoaGpaMlV1aHhCQ1NPdEZHYkszbVNFYkd4dTdzczRWYmxOOTc1K2p5S0dXZzg3TkVydVFtSmlZd3puUExDd3N4Tm16MUtQY1RISnlzblUwMEl0eGNYRlpjdGREQ0NHa2RlS2Nsd0ZBV1ZuWmJXK2phb2FzVlcwWnNsWGRhWWJzcDU5K2l2ZmVldzhqUjQ2c2M1MkdxcUZxaHV3dEZkMUlLSEtvNWFDR2p0aVRRd0J3K1BCaHVldXdhNy85OWhzQWdIUCttOHlsVkwyazhwcmN0UkJDQ0dsYWxDSGJ2RE5rS1hLbzVhQ0dqdGlUN3dGQXI3L2g5d0NwSWpZMkZnREFHS1BPbHhCQ2lHdzRaY2cyNnd4WnJWYmIxdnJZd2NHaGg4bGt5c0xmOThJQmdPMDYxTkxTMG91VjYvU291ZzJOUnRQVlpESmxBcEE0NTVjQndNbko2ZTdyOTJXZGQvcjBhYitZbUJoVzlRdUFFUUR5OC9PL1RraEl1T3ZhdFdzLyt2djcyMktaYXB0T0NMRkRnWUdCdnFJbzhnRURCbkNMeGRMZytTOHRnY1ZpNFlNR0RlS2lLUEtnb0tDdWpmMDlvU3diY3Jzb2g4NiswTTh5YVF5VUlYdHI3QzFEMXMvUGJ5T0FOZzRPRGowQ0F3UFBkK3pZY1VuVithaWVJUXVkVHZkdFFFQkFyTE96Y3dnQWxWYXI3Uk1VRkpUYXZuMzdHVldXMlJNUUVCRGo3T3djQ2tEbDdPd2M1dWpvcUFPQTd0MjcvNmJUNlhab3RWcWZ5bm1oenM3T2d3REEwZEhSejlYVnRSOEFkZnYyN1Y4S0RRMHRRRVhrVUkzVEcvUUZhd0ZvVUJSaU41S1NrdEpGVVR4WlZGVFU4K2VmZjhiZ3dZUGxMc251SER0MkRQbjUrZUNjeHlZbUpwNnZldzFDQ0NHa2NYREtrTDBsOXBZaFM1RkRMUWMxZE1TdVNKTDBrVUtoMlBEdHQ5OVNRMWVEWGJ0MkFRQVlZLytWdVJSQ0NDR0VNbVJ2Z2IxbHlGTGtVTXRCOTlBUnUySTJtNzhIWUVsTVRJVFJhSlM3SEx0aU5CcHg4dVJKQUxCd3puZklYUThoaEpCV0x4V2dETm42c3JjTVdkSnlVRU5IN0VwbGZNRjJnOEZ3dzhoVHJkM09uVHRSVWxJQ0FIdjBldjFGdWVzaGhCRFN1cGxNcGhRQXRneFpVanRPR2JLa0VWRkRSK3lPeFdKNUZ3QzJiZHQyMDZEUDFrU1NKR3pldkJrQVlMRllWc2xjRGlHRUVFSVpzcmZBbmpKa0tYS281YUdHanRpZCtQajRHTTc1a1p5Y0hPemN1VlB1Y3V6Q2dRTUhrSm1aQ1FDUmNYRnh4K1N1aHhCQ0NLbEVHYkwxWUU4WnNxVGxvWWFPMkNXTHhUSWJBRFp1M05qcXo5Skprb1FOR3pZQUFNeG04eng1cXlHRUVFS3FvUXpaZXFBTVdkS1lxS0VqZGlrK1B2NEU1end5TXpNVC8vMXY2eDdROGV1dnY4YUZDeGZBT2Y4elBqNytGN25ySVlRUVFxeU1SbU1VQUZ5NGNLSFZmd0JiRzBtU2NPYk1HUUNBMFdnOEluTTVwQVdpaG83WUsyNnhXSjdqbkVzYk4yN0VsU3RYNUs1SEZsZXZYc1hubjM4T3pya0VZQ29vZTRVUVFvZ2RTVXBLU2dkd3NxaW9DRC8vL0xQYzVkZ2x5cEFsalkwYU9tSzM0dVBqendKNHU3UzBGUFBuejVlN0hGa3NXYklFMTY1ZEE0QjM5WHA5bk56MUVFSUlJZGVUSk9rakFQajIyMi9sTHNVdVVZWXNhV3pVMEJHN1pyRlkzZ09RRVJVVmhmLzk3Mzl5bDlPa3RtelpnaU5Iam9Cem5sVmFXcnBVN25vSUlZU1FtbENHYk8wb1E1WTBCV3JvaUYyTGo0OHZrU1JwRkFEejJyVnJiVGNWdDNRSkNRbFl2WG8xQUpnWlkyUE9uajFiTEhkTmhCQkNTRTBvUTdaMmxDRkxtZ0kxZE1UdXhjYkd4a3FTTk5Wc051TzExMTVEWGw2ZTNDVTFxb0tDQXZ6NzMvK0d5V1FDNTN4R1RFek1IM0xYUkVoVFNFaElRSGg0T01MRHc5R3paMDhNSGp3WWl4WXRRbkZ4Y2JYNXBhV2wxZGFMakl4RWVIZzRvcUtpcWsxLzU1MTNNSGJzV0pqTjVpWTdCa0phSzhxUXZSRmx5SkttUWcwZGFSWmlZMk0zU0pMMGNVRkJBU0lpSWxCVVZDUjNTWTJpdUxnWXp6Ly9QSEp6YzhFNS8xeXYxMzhpZDAyRU5MV2pSNDhpS2lvSzY5ZXZSMHBLQ2hZc1dIRFQ1ZnYyN1l0Qmd3YmgvZmZmdC8waGVlYk1HZXphdFF0ejU4NkZTcVZxaXJJSmFkVW9RL1pHbENGTG1nbzFkS1RaTUpsTXIzTE9kMmRsWlNFaUlzSjZDVU9MVVZKU2dxbFRweUkxTlJXYzh3UEZ4Y1V2eTEwVElYSlJLQlM0NjY2NzhNSUxMK0RZc1dOMWZ1TC8ybXV2SVNNakEzdjM3Z1huSEN0V3JNRGpqeitPME5EUUpxcVlFRUlac24rakRGblNsS2loSTgxR1VsS1NzYmk0ZUJ6bi9HQmFXaG9pSWlKdzllcFZ1Y3RxRVBuNStaZzZkU3JPblRzSHp2bVArZm41VHlVbko1ZkxYUmNoY2lzdkw0ZFdxNFZDY2ZPM0t5OHZMMHlkT2hWcjE2N0ZqaDA3a0ptWmllblRwOWU0clBYU3plUEhqMlBNbURIbzI3Y3Zac3lZZ1lLQ2dtcno5K3paZzRjZmZoZ3JWNjRFQUpoTUpxeGR1eFlqUm94QW56NTk4T2lqajJMOSt2WFYvbkMxL2hFM2F0UW8yektuVDU4R1VERTR3bi8rOHg4TUhEZ1EvZnIxdzV3NWM2eWoyQUlBdG03ZGlxRkRoNkp2Mzc2MmZkNXNPaUgyaGpKay8wWVpzcVFwVVVOSG1wWGs1T1R5L1B6ODBaenp3eWtwS1JnM2JoeVNrcExrTHV1T25ENTlHaE1tVE1EWnMyZkJPZjlWb1ZBOG5wcWFXaVozWFlUSVNaSWtuRHAxQ212WHJzVzRjZVBxdGM3VFR6OE5WMWRYckZpeEFxKzg4Z3JhdEdsejArWDM3Tm1Eeno3N0RMdDM3MFp1Ymk3ZWZmZmRhdk5QbkRpQnZYdjNZdHEwYVFDQXBVdVg0dGRmZjhXcVZhdHcvUGh4TEYrK0hEdDM3c1NubjM1cVcrZjk5OS9IamgwN3NIanhZaHcvZmh3ZmZmUVIzTnpjQUZURWtKdzVjd1pidDI3RnZuMzdrSitmai9mZWV3OEFrSm1aaVhmZmZSZExsaXpCVHovOWhPSERoOTkwT2lGMmlqSmtRUm15cE9sUlEwZWFuZFRVMURLRlF2RVk1L3p6L1B4OFBQLzg4emh3NElEY1pkMldIMzc0QWM4Ly96eXVYTGtDenZsR285RTRMRG82dXJUdU5RbHB1UjU4OEVIMDZkTUg4K2JOdzVOUFBvbC8vZXRmOVZyUFlySEFaREpCclZiWDY1THNmLzNyWDJqWHJoMDZkT2lBaUlnSUhEbHlwTnI4eVpNbnc5blpHUzR1TGlnb0tNQytmZnN3ZCs1Y2RPL2VIU3FWQ2lFaElaZzJiUnAyN0tnWWlieTR1QmpidG0zRC9QbnpFUm9hQ3BWS0JaMU9oNDRkT3lJL1B4OEhEaHpBRzIrOEFTOHZMN2k1dVdIU3BFbjQ2YWVmQUFCcXRScU1NV1JuWjhQSnlRbUJnWUUzblU2SXZhSU1XY3FRSlUyUEdqclNMRVZIUjV2MGV2MVV6dmxySnBPSnYvWFdXNWcxYXhZS0N3dmxMcTFlaW9xS01HZk9ITHo1NXBzb0x5L25uUE0zOVhwOVJGSlNrbDBFK0lTR2hncUNJS3dIQU03NXVaQ1FrRDV5MTBSYWo2TkhqK0xQUC8vRWpoMDdNR0hDQkRERzZyWGUyclZyNGVycWlsbXpadUhqanordWMwVGNEaDA2MkI2M2I5OGVwYVdsMVM2ZjdOS2xpKzN4cFV1WHdEbUhUcWVydGcxZlgxL2s1ZVZCa2lSa1pXWEJZckdnUjQ4ZU4rd3JPenNibkhOTW1EREJOcExuakJrelVGSlNBcFBKQkM4dkx5eGV2QmhyMTY3WnNyejNBQUFmNDBsRVFWVEYyTEZqb2RmckFhRFc2WVRZTThxUXBReFowclNvb1NQTm1sNnZYd1hnZmdBcFAvLzhNMGFOR29VZmYvd1JuTnZuMVEyY2Mvenl5eTk0NG9rbmNPalFJWERPVXpubkEvUjYvWExJZkVsR2VIaTRPaXdzN0FsQkVJNG9sY29ZeHRnVUFHQ00zYTFTcWY0UUJDRXFORFIwYkdCZ29FYk9PZ21wU1ZKU0VyWnMyWUkzM25nRGp6LytPSHg4Zkd5WE05YW02djFyYVdscDZOQ2hRN1Y3OWFvMmt1M2J0N2N0VjFWbVppYTh2THlnVUNqZzd1NE9BRWhQVDc5aFgrM2F0UU1BN04rL0g5SFIwZFcrMUdvMUFHRDQ4T0hZdTNjdit2VHBnOWRmZjkyMmJtM1RDYkZYbENGTEdiS2thVkZEUjVxOW1KaVlQL0x5OGdJQnJMOTI3UnBtejU2TlNaTW00Y1NKRTNLWFZzM0preWZ4N0xQUDR0Ly8vamNLQ3dzaFNkS1hDb1VpVUsvWEg2bDc3Y1lURUJEZ0lRakNxNUlrcFNnVWlwMk1zUWRkWEZ3d1pzd1lmUHJwcDVnd1lRTGF0bTBMeGxndnBWSzVUYVBScEF1QzhFWmdZS0MzbkhXVDFpcy9QeDlYcjE3RjFhdFhrWmVYQjVQSmhMZmZmaHNqUjQ1RVVGQVFHR09ZTldzV0RoMDZkRU0yWFZVZmZmUVJTa3BLa0phV2hpKysrQUlqUjQ2c2RWbFBUMDhNR2pRSVM1Y3V4Ymx6NTJDeFdKQ1ltSWgxNjlaaDh1VEpBQ3JPcGozMDBFTll1blFwL3ZyckwxZ3NGcHc5ZXhaWldWbnc4dktDS0lwWXVYSWxjbkp5WUxGWThOZGZmOW5xdTNUcEVtSmpZOEVZZzQrUEQ0eEdJempudFU0bnhONVJoaXhseUpLbVErRThwRVZJVFUwdFMwMU4vWCtDSUh3RjRMMHpaODcwZlBIRkZ4RWVIbzVKa3liaHdRY2ZyUGRsV3cySmM0N2p4NDlqOCtiTlZSdE1QZWQ4Vm14czdFOU5YbEFWSVNFaFFVcWw4a1VBLzJTTU9RQVZsNDg5OWRSVGVPcXBwNkRWYWdFQVBYdjJ4UFRwMDdGcjF5NTgrKzIzU0VsSjhRS3d6TUhCNFcxQkVMNnlXQ3dmeDhmSHg4aDRLS1NWR1RWcWxPMnhWcXZGcEVtVGNPWEtGYno4OHQ5Skh5RWhJUmcrZkRpV0wxK09yVnUzUXFPNThjUnlTRWdJbm5qaUNaU1hsMlA0OE9HWU9uWHFUZmU3YU5FaWZQVFJSM2pwcFpkUVVGQ0FMbDI2SUNJaUFtUEdqTEV0czNUcFVxeGV2Um92dnZnaVNrcEs0Ty92ajZWTEs2NjZXckZpQlpZdlg0NHhZOGJBWkRKQnA5Tmg1c3laQUNydS8xdTBhQkd5c3JMUXVYTm5MRm15Qkl5eFdxY1QwaHpFeHNadUNBc0w2MWxRVVBCU1JFUUV2dnJxcXpvSEsycU9LRU9XeUkzZUZVaEx4RVJSbkFoZ0FZQzdnWXBQMTU5NTVobjA3OThmUGo0K2pWNUFWbFlXamh3NWdrMmJOaUVuSjhjNk9VV1NwRVd4c2JHYkFNZ1YwS01TUmZFUnp2bi9NY1lHQVJXWGxmWHExUXNUSjA1RXYzNzlidnJISXVjY1VWRlIrUHJycnhFWkdXbTczNGh6Zmx5U3BGVnhjWEY3QVppYTVFaUlYUk5Ga1FOQWRIUzAzS1hjSUNFaEFSRVJFVGg2OUNpY25KemtMcWRKaEllSEF3QmlZbUxvZlo4MHFjREFRSTFHby9tR01mYTRuNThmTm0zYUJHZG5aN25MYWpBbEpTVjQvdm5ucmJGREI0cUxpMGZMSFR0ay9mMUxQKyt0QjMyalNVdW1FRVZ4RElDWEFUeG9uYWpUNmZESUk0K2daOCtlNk5HakJ4d2RIZTk0UjJWbFpmanJyNzhRSFIyTjc3Ly9Ic25KeWJaNW5QUGZPZWNmeDhiR2JnTmd1ZU9kM1liZzRHQjNsVW8xQ2NDcmpERi9BSEJ5Y3NMUW9VUHh6RFBQd04vZi81YTNlZkhpUld6Y3VCSGZmLzg5aW90dHR3bGM1Snl2QXJCUnI5ZTN6dkdxQ1FCcTZPd05OWFJFVHQyNmRYTndkWFhkeVJnYnJ0UHBzRzdkT25oNGVNaGQxaDNMejgvSFN5KzlaSTBkK2pFL1AzK2tQY1FPVVVQWCt0QTNtclFLd2NIQndXcTErbVVBandEd3JUcnYzbnZ2aFNBSTZOS2xDN3k5dmVIbDVZVzJiZHZDMGRFUmpvNk8wR2cwTUJxTktDc3JRM2w1T1FvTEM1R1RrNE5MbHk0aEt5c0xlcjBlcDA2ZHFuWmZDK2M4RThEM2xZMmNiSGVEQndjSEI2aFVxbjh4eHFZQzBBSkE1ODZkOGVTVFQrSWYvL2dIWEZ4YzduZ2ZCb01CTzNic3dIZmZmVmQxd0lneXp2bi9HR05yWTJKaTR1OTRKNlRab1liT3ZsQkRSK1RtNysvdjZPN3V2b2N4TnNUZDNSMnJWNjl1MWpFY3AwK2Z4aXV2dkdLTkhmcFZvVkE4WmkreFE5VFF0VDcwalNhdGppQUlQUmxqVDNQT2V6UEdSQUIzZm9vT0tBTVF5em1Qc2xnc20rUGo0Nk1nMzZpVlNsRVVCd1A0UDFRMHNHQ01RUlJGVEpnd0FRTUdER2lVZTNBNDUvajk5OTl0OXd0YUcxek8rYStNc1ZVeE1URUhJTk1aU3RMMDdMbWhhNDJvb1NQMklEdzhYQzFKMGxyRzJCUzFXbzM1OCtmajBVY2ZsYnVzVy9iRER6OWc0Y0tGS0M4dnQyYklUcldYMkNFQUVBVGhWY0EyRWpocEJlZ1hPMm50V0hoNGVHL09lVjhBM1RqbnZnQjhHR1B0QURnQmNPS2NPekxHeWdDVUFpamxuT2NEU0dlTVpRQkk1cHovb2Rmcm95QnpzOUt0VzdjMnJxNnVFd0c4eGhqckJnQ09qbzRZTW1RSW5ubm1HWFR0MnJYSmFrbFBUOGVtVFp0dzZOQ2hxZ0hQNlpJa3JUS1pUSnVTa3BKYTluQm5oQm82TzBNTkhiRW5naUM4eWhoYkNZQTkvUEREbURkdkh0cTJiU3QzV1hVcUtpckM4dVhMY2VqUUlRRGduUE01ZXIxK0JXU09IYklLRFEwVkZBckZpNHl4S1p6em55d1d5OXo0K0hqN0d2S2JOQXI2eFU1SU15ZUtZamNBTDNET3B6SEdYQURBMjlzYlR6NzVKTWFOR3dkWFYxZlphaXNwS2NGMzMzMkhIVHQySUNNand6clpBT0MvblBOUDlIcjlLZG1LSTQyS0dqcjdRZzBkc1RlaUtONEg0R3NBT2hjWEY3ejExbHNZTkdpUVhZN2l5am5IcjcvK2lzV0xGNk93c0JDYzgxUUF6OG9kT3dSVW5QVzBXQ3lQTWNaZVpZdzllUDE4enZtZmtpU3ROSnZOdSt6cExDSnBXUGIzVTBNSXFRK0ZJQWdEQWN4a2pObkNzOExDd2pCdTNEZ01Iank0V2tDeTNDUkp3dEdqUjdGbHl4YjgrZWVmMXNrY3dHSE8rUWQ2dmY0UTVCdjVrelFDYXVqc0N6VjB4Qjc1Ky9zN3Rtdlg3a01BVXdFZ0lDQUFNMmJNUUo4K2ZXU3U3RzhuVDU3RWh4OStpS1NrSkFDQUpFbGZLcFhLbCtXK1h5NGdJTUJEcTlVK0MrQVZ4bGdYQUhCeGNjRWpqenlDSVVPRzROZGZmOFdCQXdkUVdGZ0lBT0NjNXdENHdHZzBia2hLU3NxV3NYVFNDT2dYT3lITlNHQmdvSXRhclI2dlVDaGVBeEFBQUE0T0RoZzBhQkFtVFpxRUhqMTZ5RnhoM1M1Y3VJQk5temJoaHg5K2dNRmdzRTVPa1NUcFBRQ2JZMk5qQzJRc2p6UVFhdWpzQ3pWMHhKNEpndkFRZ1BjWVl6MEIySFdHckY2dmJ4WVpzZ0JRWGw1ZU5VUFdPdG5JT2FjTTJSYUdmckVUMGd5RWhJVGNwVlFxcHpMR1hnVFE5diszZC9mQlVkWDNIc2MvWnpjQmh3cEZBY0ZyZFJqdzJtbEZ5SjRWTkVJVktFaWhTQzFTcEVCNzBhbTExNGU1Yy9YaTQ2ZzhXcXo0QUdJMWNsVktFSG5HQkFFdHBZZ0tDTjVrTndHVWhGZ3JCQ01SRTB4RXpNT2UzLzBETmcyUDJVMDJlM2FUOTJzbU04dnVudC81YnJJNTRidm5kMzRmU2VyU3BZdHV2UEZHalJzM1RoMDdkblM1d3VoVlZsWnErZkxsV3IxNnRUNy8vSE5Ka2pIbUcwa3ZPWTZUa1plWFYraHVoV2dLR3JyRVFrT0hKRUNHN0ptUklZdXo0c0FPSkM3TDUvTmRhMW5XM2NhWTBkYnhvL1VWVjF5aHNXUEhhdGl3WWZKNnZXN1gyR1NPNCtqdmYvKzdsaXhab2tBZ0lPbllsZWFXWmExekhHZE9NQmo4bXhMa2duTkVqb1l1c2REUUlZbVFJWHNjR2JLSUZBZDJJTUg0L2Y1Mm9WRG9WOGVuVlY0aFNXM2F0TkhBZ1FNMWNlTEVwTTd0YWNqZXZYdTFjT0ZDYmR5NFVWVlZWWklrWTB5aE1XYjIwYU5IbHhRVUZGUTJNQVFTQkExZFlxR2hReklpUTVZTVdVU0dBenVRSVByMjdYdHhiVzN0N3lUZGRUdzJRWjA2ZGRLb1VhTTBmdng0blgvKytTNVhHRDhWRlJWNi9mWFhsWldWVlgvYVM0VXg1Z1dQeHpNL0p5Zm5FemZyUThObzZCSUxEUjJTSFJteVpNaml6RGl3QXk1TFMwdTd4cktzdXlXTnRTekxJMGsvK3RHUE5IYnNXSTBZTVVJcEtTa3VWK2llVUNpa0RSczJhT25TcGNyUFAvWmhvVEhHc1N3cnkzR2N1Y0ZnY0xPWWpwbVFhT2dTQ3cwZFdoZ3laSnNCR2JMSml3TTc0SUx1M2J1ZjA3Rmp4OUhIcDFYYWtwU2FtcXBycjcxV0V5ZE9WTy9ldlYydU1QSHMyYk5IQ3hjdTFLWk5tMVJkWFJlbDg1R2tKMnRyYTVmbjUrY2ZPY3ZtaURNYXVzUkNRd2NrRmpKa0VVc2MySUU0OHZsOC82WmpTdzMvbDZUT2tuVGVlZWZwaGh0dTBQang0OVdsU3hkM0Mwd0M1ZVhsZXYzMTE1V2RuYTB2dnp4MjdiWXg1ckRINDVubk9NNy9CZ0tCenhvWUFuRkFRNWRZYU9pQWhFQ0dMSm9GQjNZZ0R2cjA2ZFBQNC9IY1pWbldyeVdsU05KbGwxMm1YLzNxVjdyaGhodVVtcHJxY29YSnA3YTJWbSs5OVphV0xWdFdGL2lxWTFOblZvWkNvZWZ5OHZMZWQ3RzhWbytHTHJIUTBBSHVJVU1XelkwRE85Qk1McjMwMHJZZE9uVDRoYVI3SkYwbFNTa3BLZXJmdjc4bVRwd28yN2JkTGJBRjJiVnJsekl6TTdWNTgyYlYxQnlMMGpIRzVGbVdOYnUwdEhSbGNYSHgwUWFHUUl6UjBDVVdHam9nL3NpUVJieHdZQWRpckZldlhsMVRVMU52T1Q2dHNwc2tmZi83MzlmUGYvNXpUWmd3UWQyNmRYTzV3cGJycTYrKzB1TEZpNVdkbmEyeXNycHJ0Nzh5eHN3TmhVS3Y1T2ZuRjd0WlgydENRNWRZYU9pQXVDRkRsZ3padU9QQURzUkk3OTY5YmEvWGU2ZGxXYitSbENwSlBYdjIxSmd4WS9TTFgveENiZHUyZGJuQzFxT21wa1pyMTY3VnNtWExWRkJRRUw2N1Z0SlNTZk55YzNNL2NLKzYxb0dHTHJIUTBBSE5pd3haTW1UZHhJRWRhQUsvMzU5cWpCbHBqTG5Yc3F6K2t1VDFlcFdlbnE0SkV5YW9iOSsrelpJYmc4Z1lZNVNYbDZmTXpFeTk5OTU3Q29WQzRmdi96N0tzMlJVVkZXOFVGUlZWdVZ4bWkwUkRsMWhvNklEbVFZYnN2NUFoNng0TzdFQWorUDMrem83ai9JZWsvN1lzNnlKSmF0Kyt2WVlQSDY2SkV5ZnFvb3N1Y3JsQ25LeTB0RlNMRmkzUzJyVnJkZmh3M2JYYnBZN2pQT3YxZWhmazVPU1V1RmxmUzBORGwxaG82SURZSWtQMnpNaVFqVDhPN0VBVS9INy9GWTdqM0NIcEZzdXkya3BTOSs3ZGRkTk5OMm4wNk5FNjU1eHpYSzRRRGFtcXF0S2FOV3UwZlBseUZSVVZoZSt1a2ZTYWprM0hwQU9KQVJxNnhFSkRCelFkR2JMUkkwTTJQaml3QXhGSVMwc2I2UEY0SHBVMFNKSThIby82OWV1bkNSTW1LRDA5bldtVlNjZ1lvNXljSEMxYXRFaGJ0bXlSNHpqaCs3ZFpsalV0TnpmM0xaZExUR28wZEltRmhnNW9QREprbTQ0TTJlYkZnUjJJZ00vbnE3UXM2OXp2ZmU5N0dqWnNtSDd6bTkvb2trc3VjYnVzdUR0NDhLQnV2LzEyclZxMTZyVGhwenQzN3RTa1NaTzBiZHMydFduVHhvVUtHNmVrcEVTTEZpM1N1blhyVkZGUklVbmY1dWJtZnMvdHVwSVpEVjFpb2FFRG9rZUdiT3lSSWRzOFd1OEVYeUE2bVpMKzA3WnRQZnp3dzI3WDRwcXVYYnZxalRmZWNMdU1tTHZ3d2dzMWVmSmtIVDE2VkZsWldUTEdySE83SmdCQS9KRWgyN3hTVWxJMGN1UklqUnc1c242R3JMZW1wbWFzMStzZDYvUDV5SkJ0QkJvNklBS080OHowZXIyM3ZQZmVlK2Q4OU5GSCt2R1BmK3gyU1lpeFR6LzlOTnpNVmRYVTFEemdkajBBZ1BnaFF6YitldlhxcFNlZWVPTGtETmsra2pJdnVPQ0NaN3QwNlVLR2JJUk9uVE1GNEJSNWVYa0hITWQ1U3BLZWZmYlpxTGZmdVhPbi9INi90bS9mcnZIangrdnFxNi9XMkxGajlmSEhIOWM5cDZhbVJuLys4NTgxY3VSSVhYWFZWUm94WW9UbXo1OWZkMjFYSkdPY2JkL1oyZGthUEhpd1pzK2VMVW1xcnE3V24vNzBKdzBhTkVnREJnelFRdzg5cEcrKythWnV1eVZMbHVqNjY2OVhlbnA2M1RiaHNiNzk5bHRKeDVZb25qeDVzcTY1NWhxTkhEbFMyN2R2UDJIZlo5dEhKSy9IY1J3dFdMQkFvMGFOcXZ1ZWhCOXZxUDVvUGYvODg1SWt5N0lXN3RxMWk2V1ZBYUFWNk4yN3QrM3orVjV1MDZiTmZzdXkvaWlwVzgrZVBYWC8vZmRyL2ZyMXV2ZmVlMm5tbWxtblRwMTA5OTEzYTkyNmRYcmtrVWYwd3gvK1VKSTZXWlkxTlNVbDVWUGJ0aGZadG4yMTIzVW1NaG82SUVJMU5UVlBTenFjazVPamJkdTJOV3FNVmF0V2FlN2N1ZnJyWC8rcWJ0MjZhZnIwNlhXUHpadzVVKys4ODQ2ZWZ2cHBiZG15UmJObXpkTHExYXVWa1pFUjhSaG5zMzM3ZHExWnMwWi8rTU1mSkVrelpzelFuajE3dEdUSkVyMzU1cHNxTHkvWFUwODlKVWtxTGk3V2swOCtxUmt6Wm1qanhvMGFQbno0YWNkODdMSEg5UFhYWHlzN08xc0xGaXc0NWZ0eXRuMUU4bnFlZWVZWnJWcTFTdE9uVDllV0xWczBiOTQ4ZGV6WU1lS3hJN1Z6NTA1dDJyUkp4cGh2cXF1ckgyblVJQUNBcE9EMysxTnQyLzZseitkN1B5VWxKY2V5ckZ1OVhtL3FnQUVEOU1JTEwyanAwcVVhTzNhczJyWnQ2M2FwclVwcWFxcHV2UEZHdmZiYWEzcjU1WmMxY09CQWViM2VGRWtUSkczeitYd2Yyclo5ODZXWFhzb1BCa0RqK1h5K2UyemJOdVBIanplTzQ1aEk1ZWZuRzl1MnpiNTkrK3J1MjdKbGkvSDcvU1lVQ3BueThuTGo5L3ROTUJnOFlidXNyQ3d6Wk1pUWlNWm9hTjk3OXV5cHU2K3NyTXo0L1g1VFVGQlFkOS83Nzc5dmZ2S1RueGhqalBuaWl5K00zKzgzV1ZsWnB4M3J5SkVqNXF1dnZqSzJiWnZkdTNmWFBiNTE2MVpqMjdhcHFxcHFjQjhOdlo2S2lnclR0MjlmOCtHSEg1N3ltaG9hT3hxTzQ1amJicnZOMkxadDB0TFNubkQ3UGRaUzJMWnRiTnVPK3VlQjVoSCtlYmo5dmdEYzVQZjdPL3Q4dm50OVBsOXgrSGZpdXV1dU03Tm16VExGeGNWdS81cmlOQTRlUEdpZWV1b3BNM2p3NExyam1HM2JCOVBTMGg3MCsvMFh1djJlU2hSY1F3ZEU0ZURCZ3k5MjY5YnRmL2JzMlhQaDIyKy9yWi85N0dkUmJkK3BVNmU2MiszYnQ1Y3hSclcxdFNvcEtaRXhSajE2OURqaCtaZGNjb25LeXNycXBsMmViUXl2MTZ0Ky9mclZQZGF2WHorOThNSUxkZi8rd1E5K1VIZjdpeSsra0RGR3YvNzFyMCtwc2FhbVJsMjdkdFgwNmRNMVo4NGNMVnEwU0E4KytLQjhQdC9KMzR1NkdzUE9QZmZjaVBmUjBPczVjT0NBUXFGUWVPckZDUm9hTzVxVnh6NzQ0SVB3U295SGpoNDlPaVBpRFJHUjhPcUtBT0NXY0lhczR6aGt5Q2FaQ3k2NFFQZmNjNC91dlBQTytobXlGM2c4bnNlTk1WTnQyeVpEVmpSMFFGUSsvL3p6Yjd0MTYvYXdwRmN5TWpJMFpNZ1FwYVEwL2Rjb25HSHoyV2VmcVZldlhuWDNGeGNYcTJ2WHJxZU5DRGlaMStzOTZ4THg5YlB5emovL2ZFblMyclZyejNodHdQRGh3elZreUJETm5UdFg5OTEzbnpaczJIREM0K0htcmJTMHRPNTJ1TW1MZEI5bmM5NTU1MG1TOXUzYnA4c3Z2L3lFeDVvNmRsZ29GTkxjdVhNbFNjYVlwd29LQ2lvYlBSaE9ZSXpaWVZsV3Y0YWZpVGphNVhZQlFEeUZNMlNOTVlNc3l5SkROb20xYmR0V1k4YU0wVTAzM1ZRL1F6YlZjWnhKa2liNWZMNVduU0ZMUXdkRUtUYzNOOVBuOHoyNGI5KytmMSs1Y3FWdXZ2bm1Kby9adVhObi9mU25QOVhNbVRNMWJkbzA5ZWpSUXg5Ly9MRmVmUEZGL2ZhM3Y0MUIxU2ZxMnJXcmJOdlc3Tm16TlhueVpIWHUzRm1mZlBLSkRoOCtySDc5K3Fta3BFUUhEeDVVcjE2OWRQSEZGNnU2dWxyR25EaGI2K0tMTDFhUEhqMzAzSFBQYWVyVXFhcXNyTlRDaFFzajNrY2tOVjU3N2JXYU9YT21wa3lab3A0OWU2cW9xRWpubm51dUxycm9vaWFOSGJaeDQwWVZGaFpLMHY3cTZ1cW5JOTRRRFFvRUFsZTVYUU9BMXMyeXJEV1N5SkJ0UVJteWxtWHB5aXV2MUpWWFhubHlobXk2cEpXU1dtV0dMSXVpQU5HcmRSem5ma2w2OWRWWDlkMTMzOFZrMEduVHBzbnY5K3ZPTys5VWVucTZIbjMwVVUyYU5Fbmp4bzJMeWZnbmUrS0pKK1R4ZURSbXpCajE3OTlmVTZaTXFXdmFRcUdRcGsyYnB2NzkrMnZKa2lXYU1XUEdhVC9KbkRWcmxnNGRPcVNoUTRmcS92dnYxK2pSb3lQZVJ5Um16cHlwSzY2NFFuZmNjWWNHREJpZ0tWT21xS3FxS2laalYxZFg2N25ubnBNa09ZNHpZL2Z1M2RVUmJ3d0FTQWFaa2hUT2tHMk56Wnowcnd6WlNHYjdKSk53aHV5Z1FZTWtxVlZueUhLdUdXZ2N5K2Z6N2JBczY4cmJiNzlkdi8vOTc5MnVCMUZhdVhLbEhuLzhjUmxqUGc0RUFwZExZc0VJQUdoQit2VHBjNUhYNnkyU2RFNW1aaVlac21lUVRHZm9UdmJwcDU5cXpKZ3g0UXpaeTF0cjdGRExhdFdCK0RHTzQ5d25TWXNYTDFaRlJZWGI5U0FLUjQ0Y3FiOWd6Q09pbVFPQUZvY01XVEprV3dzYU9xQ1I4dkx5Tmhsak5sUldWbXIrL1BsdWw0TW9MRnUyVE9YbDVaSzBQUkFJckhTN0hnQkE4eUJEOWxSa3lBSkFQYjE3OTdadDIzYlMwOU5OYVdscFhMTlowRGhsWldXbWYvLyt4clp0cDArZlBvUGNmZzhCQUpvWEdiSmt5TFowckhJSk5FRitmbjZ1eitkYldsVlZOVzdldkhtYU9uV3EyeVdoQVFzWEx0VFJvMGNsYVVOZVh0NG10K3NCQURRdk1tUlArRjdVMVJoR2htenlvNkVEbXNoeG5NZThYdStZOWV2WHA5eHl5eTNxM3IyNzJ5WGhERXBLU3JSNDhXSkpDb1ZYS2dVQXRHeGt5UDRMR2JJdEU5ZlFBVTJVbDVkWEtDbWovZ0dtTWZ4K2Y5MFhqcWwvSWZmSkYzVTN4dno1ODFWYld5dEpLNFBCWURCbWhRSUFFbHB1Ym02bU1XYnZ2bjM3dEhKbGJDNmRycDhodTNmdlhvVkNJZTNhdFNzdUdiSUhEeDVVS0JSU1lXR2hkdXpZSWVuWWg1YkJZRkNXWlVXVUlWdFJVYUVEQnc2Y01VUDJkUHVJcE1ad2hteGhZYUZDb1pBS0NncDA0TUNCSm84ZFJvYnNxV2pvZ0Jnd3hqd3U2ZWptelp1MWE5ZXVSbzJ4WU1FQ1NXcjBSZHM0dTMvODR4L0t5c29LTDIzOG9OdjFBQURpaWd6WjQ4aVFCWUF6OFBsODAyemJOci83M2UraXZyalhtSDlkYUZ4VlZkV283VnVpK2hkeTE3L2RHUGZjYzQreGJkdjRmTDRYM1g2dkFBQmNZZmw4dmc5dDJ6WVpHUmt4L291RmVGaXhZa1g0Yi9sSElrKzdEbWZvZ0JpcHJhMTl4aGh6T0RjM1YxdTNibTN5ZU9FcGhtdldyTkgxMTErdlljT0dhY2VPSFhydHRkYzBhTkFnRFIwNlZPKysrMjZqbjF0LzZtTDR2dXJxNm9neVpxTE5rWWxuSnMzcDVPZm42NTEzM3BHa3lsQW85R2hNQndjQUpBc3laSk1ZR2JKblJrTUh4TWpPblR2TExjdWFLa256NXMyTGFnckIyUlFWRmVtTk45N1ExVmRmclljZmZsaWZmZmFaMXE1ZHE0RURCK3JwcDU5dTlITWJjcmFNbVdoelpPS1ZTWE02eHBpNjZSbkdtRC9uNStlWHhteHdBRUJTSVVNMmVaRWhlMlkwZEVBTWxaYVdaa2o2dktDZ1FHKzk5VlpNeHJ6NTVwdlZybDA3alJneFFtVmxaWm8wYVpMYXRXdW5ZY09HYWYvKy9RcUZRbzE2YmtQdXV1c3VkZTdjV1IwNmROQzRjZU5VV0Znb3gzRlVYbDZ1ZGV2VzZZRUhIbERYcmwzVnNXTkhUWnc0VVJzM2JqenRPSldWbFZxNmRLa2VmZlJSOWVuVFJ5a3BLZXJSbzRjdXZQRENxTWRxakczYnRpazNOMWZHbUMrcnE2dGIvZExHQU5EYWhVS2hCeVNabFN0WDZzc3Z2M1M3SEVTZ3ZMeGNMNy84c2lTWlVDakVkZkFuSWJZQWlLSGk0dUtqblR0M2Z0amo4Ynlha1pHaG9VT0hObmxwNVBDWnJIYnQya2s2dHFxV0pMVnQyMWFTVG1qU29ubHVRODZVTVJOdGpreFRNbW1hcXY3S281Wmx6ZDY5ZTNkczUzSUNBSklPR2JMSmh3elpzNk9oQTJJc0dBd3U4dmw4RCs3ZnYvK3lGU3RXTk50S1Y0M1ZwazBiU2RKMzMzMVgxL2hGYzgxYXREa3k4Y2lrT1pPLy9lMXYycnQzcnlUdHN5enJtWmp2QUFDUWxNaVFUUjVreURhTUtaZEE3TlVhWSs2VFlyczBjcXgwNzk1ZDdkcTEwNXR2dmlsSnFxcXFVbVptWnNUYlI1c2pFNDlNbXRPcHFxcXF2N1R4OUp5Y25LYWY4Z01BdEFoa3lEWWZNbVRqajRZT2FBYkJZRERiR0xQajBLRkQrc3RmL2hMUk5wTW1UWklrcGFlbk4yTmx4NlpmenB3NVV5dFdyTkNvVWFOMHh4MTM2SnBycm9scWpHaHpaSm96aytaTTFxeFpvNUtTRWhsalBnb0dneTgzZVVBQVFJdGl5SkJOZUdUSUFuQlZXbHJhUU51MnpYWFhYV2UrL3ZycnVHZTF0R2JmZlBPTkdUeDRzTEZ0Mi9UcDArZVhicjhYQUFDSmlReloyQ05ETnY0NFF3YzBrMkF3K0k2a3R5c3JLNVdSa2VGMk9hM0swcVZMZGZqd1lVbjZJQzh2YjdYYjlRQUFFaE1ac21USXRnUTBkRUF6Q29WQ0R4cGp6T3JWcTFWYVN2eFpQSlNWbGVtVlYxN1I4US8zSG5DN0hnQkE0aUpEbGd6WmxvQ0dEbWhHZVhsNUFVbXZWMVZWYWQ2OGVXNlgweXJVVzlyNDdVQWdzTm50ZWdBQWlZME0yVk9SSVp0Y2lDMEFtcGxsV1k5SkdydCsvZnFVVzIrOWxhV1JtMUc5cFkxcmEycHFXTm9ZQU5BZ01tVEprRTEybktFRG1sbHVibTZSTWVZRngzRTBaODRjdDh0cDBWNTY2U1dGUWlFWlkxYnMyclVyMysxNkFBREpJUmdNTGpMR0ZPN2Z2MThyVnF4d3U1eFQxTStRRFd0c2hteE9UczRKWHljM2M5S0pHYkpOSFN0YVpNaEdqNFlPaUFPUHgvTkhTZCsrKys2NzJybHpwOXZsdEVpZmZQS0pzck96SmVrN1l3eExHd01Bb2tHRzdFblBKME0yZWREUUFYR1FrNU5USXVsSlNab3paMDdNTHJyR01jWVlQZi84OCtIYkM0TEI0RC9kclFnQWtHeklrRDBSR2JMSnczSzdBS0MxU0V0TDYyaFoxajhzeXpwdjd0eTU2dCsvdjlzbHRSaDVlWG02OWRaYkphbkNzcXllT1RrNWg5eXVDUUNRZk5MUzBnWjZQSjVON2R1M1YzWjJ0anAwNk9CMlNhM0drU05ITkdyVUtCMCtmRmloVUdnMHNVT1I0d3dkRUNmQllQQ3dNU2JtU3lPM2RpY3RiZnc4elJ3QW9MSElrSFVQR2JLTlIwTUh4TkdoUTRkZU1zWWNLQ3dzMUxwMTY5d3VwMFhZdW5XckFvR0FqREZmaGtLaG1XN1hBd0JJYm1USXhoOFpzazFEUXdmRVVYRng4VkZKRDBuSFZtU3NyYTExdWFMa1ZuOXBZMlBNbi9Mejg0KzRYQklBSU1tUklSdC9aTWcyRFEwZEVHZUJRT0ExU1h1S2k0dTFmUGx5dDh0SmFoczJiRkJSVVpFa2ZSWU1Cc21FQUFERXhQRU0yZHIxNjlmcm4vLzhwOXZsdEdoa3lEWWREUjBRZnlGanpQMlN0R0RCZ3ZBblVvaFMvVTlPalRIVEpMRzBNUUFnSnNpUWpSOHlaSnVPaGc1d1FTQVF5SmEwUFpxbGtYR2lyS3lzOE5MR3V3T0J3S3R1MXdNQWFGbklrRzErWk1qR0JyRUZnRXQ4UHQrMWxtVXhUN3lKSE1lNU1SZ01acmxkQndDZzViRnRlNHFreDN3K24rYlBueS9MNHIvT3NXS00wYjMzM3F2Tm16ZkxHUE5pSUJENFQ3ZHJTbGFjb1FOY0VnZ0UzcFcwek8wNmt0eGJOSE1BZ09iaU9NNnp4cGp5UUNDZ3JWdTN1bDFPaTVLZm42L05temRMVW9YSDQzbkU3WHFTR1I4ekFBQUFBR2VRbHBiMlh4NlA1OW5MTHJ0TWl4Y3Y1aXhkREJoamROdHR0NFZqaC80WUNBUWVjcnVtWk1ZWk9nQUFBT0FNeUpDTlBUSmtZNHVHRGdBQUFEZ0RNbVJqaXd6WjJLT2hBd0FBQU02Q0RObllJVU0yOW1qb0FBQUFnTE1qUXpZR3lKQnRIalIwQUFBQVFBUElrRzA2TW1TYkI4djBBQUFBQUJFZ1F6WTJ5SkNOTGM3UUFRQUFBQkVnUXpZbXlKQUZBQUFBQUFBQUFBQUFBQUFBQUFBQUFBQUFBQUFBQUFBQUFBQUFBQUFBQUFBQUFBQUFBQUFBQUFBQUFBQUFBQUFBQUFBQUFBQUFBQUFBQUFBQUFBQUFBQUFBQUFBQUFBQUFBQUFBQUFBQUFBQUFBQUFBQUFBQUFBQUFBQUFBQUFBQUFBQUFBQUFBQUFBQUFBQUFBQUFBQUFBQUFBQUFBQUFBQUFBQUFBQUFBQUFBQUFBQUFBQUFBQUFBQUFBQUFBQUFBQUFBQUFBQUFBQUFrS0QrSDFIVzkrMVNjSCt6QUFBQUFFbEZUa1N1UW1DQyIsCgkiVGhlbWUiIDogIiIsCgkiVHlwZSIgOiAiZmxvdyIsCgkiVmVyc2lvbiIgOiAiIgp9Cg=="/>
    </extobj>
  </extobjs>
</s:customData>
</file>

<file path=customXml/itemProps1.xml><?xml version="1.0" encoding="utf-8"?>
<ds:datastoreItem xmlns:ds="http://schemas.openxmlformats.org/officeDocument/2006/customXml" ds:itemID="{9FF84CF6-DAA9-4246-8DFA-A3249D3415D4}">
  <ds:schemaRefs>
    <ds:schemaRef ds:uri="http://www.wps.cn/officeDocument/2013/wpsCustomData"/>
  </ds:schemaRefs>
</ds:datastoreItem>
</file>

<file path=customXml/itemProps2.xml><?xml version="1.0" encoding="utf-8"?>
<ds:datastoreItem xmlns:ds="http://schemas.openxmlformats.org/officeDocument/2006/customXml" ds:itemID="{DEBF0F6C-A9B1-42DA-8C6E-3F7EA7F7C36F}">
  <ds:schemaRefs/>
</ds:datastoreItem>
</file>

<file path=customXml/itemProps3.xml><?xml version="1.0" encoding="utf-8"?>
<ds:datastoreItem xmlns:ds="http://schemas.openxmlformats.org/officeDocument/2006/customXml" ds:itemID="{5F7F51F5-3153-491F-80F2-C4C06271FBE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856</Words>
  <Application>Microsoft Office PowerPoint</Application>
  <PresentationFormat>宽屏</PresentationFormat>
  <Paragraphs>308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Microsoft YaHei</vt:lpstr>
      <vt:lpstr>Arial</vt:lpstr>
      <vt:lpstr>Calibri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Ziming Huang</cp:lastModifiedBy>
  <cp:revision>1964</cp:revision>
  <cp:lastPrinted>2024-03-22T10:05:36Z</cp:lastPrinted>
  <dcterms:created xsi:type="dcterms:W3CDTF">2020-11-28T11:43:00Z</dcterms:created>
  <dcterms:modified xsi:type="dcterms:W3CDTF">2026-02-18T11:38:36Z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3DD98940539043EFBEF575DA7035E161_12</vt:lpwstr>
  </property>
</Properties>
</file>